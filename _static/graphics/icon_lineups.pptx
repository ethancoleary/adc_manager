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6" r:id="rId3"/>
    <p:sldId id="261" r:id="rId4"/>
    <p:sldId id="257" r:id="rId5"/>
    <p:sldId id="262" r:id="rId6"/>
    <p:sldId id="258" r:id="rId7"/>
    <p:sldId id="263" r:id="rId8"/>
    <p:sldId id="259" r:id="rId9"/>
    <p:sldId id="264" r:id="rId10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8"/>
    <p:restoredTop sz="94564"/>
  </p:normalViewPr>
  <p:slideViewPr>
    <p:cSldViewPr snapToGrid="0">
      <p:cViewPr>
        <p:scale>
          <a:sx n="91" d="100"/>
          <a:sy n="91" d="100"/>
        </p:scale>
        <p:origin x="712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CA38F-6593-2CCF-FE0C-0E9457D1C8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EB06EC-90F1-FA8A-3BF6-514E37BBA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BB122-8D46-7642-B6FA-764B71663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FDCFB-22BB-7CA6-CCA9-7B75D0322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85CFC-3CFA-ECFB-C1BF-1D0197499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41375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C17AC-E70D-8A55-6F6C-BCBA76AF1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55F58-D487-9A50-3388-AD531325D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FBD33-FE7B-A39A-C4C7-8F15EECB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8271E-2565-9593-10F7-F7F12FA1C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6CC9C-4AF0-E39B-64B3-A399DABD3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59830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E08C2-350B-225A-99A2-A2B73BD97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D84D2-5089-D412-7F0B-33BF94AFC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338A4-ECEC-EE63-7B7E-307E5111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26FB-2144-F1FD-ACEF-5E0874E68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931D80-455E-F354-BCA7-FA6282FD8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759871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39B84-DD35-B427-BEF1-D2034E3AE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B7CE8-ECD3-892F-4908-26071D95B3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23BAB-1D4B-36C4-AF6B-FBB9A87229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5A162-69F6-9C8D-34E8-18F65D243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12776D-2CAE-9F0F-5B8E-6A23A6E6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F8D072-ED99-3681-6C31-563457946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50577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42C77-BBC8-C5A3-570C-C31EB3213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93D5A7-0C7A-CA93-A647-75203A5E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4F82CA-8B69-07C3-EB17-7D7529497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2001DB-2C8B-3103-927D-4E32287E56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C62DEE-4767-6DC8-3852-B0DF52C692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7E2A1F-B90C-7718-E1DB-985A4DB89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0C126C-40AE-25E3-BBA1-BE35102E6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942FC0-64A8-82E1-4470-A7BD1FEEF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490368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9A10-D387-4F88-23FB-EDCA43411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7023C6-BA4A-84DA-ED8E-7A739CF1F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FB8DF-C034-9673-585D-E2D7F2425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2785A0-0B97-027B-9B49-305F37293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48817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54C4FF-BD57-8CAE-DBDC-99EF2988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B012FC-165A-C0E4-C625-C22AF6A3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B2DDE-BCD6-6507-AB03-10E01DD65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208353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49903-0872-4D24-94D6-5E44496FC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B3F70-9B1F-E1A4-77C3-6DCD8F996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BCA65-019A-1588-6F75-04BA1BD262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9CA60-7E8F-8CE4-3DD0-40463AE86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731101-5443-F7F4-92BA-D966335C7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836A39-1A42-E9E7-AC31-05342F648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866875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85B91-6D10-665C-4557-8605B11F2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253074-CB98-6E4A-7EBE-5A46040A6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E3446-29C8-435E-059E-ADEA3DD154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DB695D-6048-C73A-6CEB-09F0CE7E9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D7715A-7C1D-CACB-A7E0-3BCC509A2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E1E77-2A98-F056-A679-E0D5C0EA6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44458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C7717-6FE0-6A90-2765-1C57B43C1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B60CBD-9301-D9AF-BE6D-8BFFCC33A2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FBF93-4268-DAB0-A431-91C90A9E4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EE17F-B71F-E31A-446D-0E63B7B6E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3C98AA-4019-21F5-F8A3-88B3F7666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33440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48AA9-AA2E-AB5B-BFA9-902DB56F58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399CB7-10A4-193B-A8CA-B45C858B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10D78-E0B7-0852-7FB6-EE108D15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6B4E9-34AD-9C98-20D3-26EAA6F65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82D7A0-14B0-D3BE-FE12-9F35E7FA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126689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416701-5D18-F44B-61EE-10ABD17D7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8B7D49-35CE-41F5-B489-127F2836A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6C379-95A9-632C-4F76-22D7082F80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37F7A7-1329-994A-9257-DEAD125D702F}" type="datetimeFigureOut">
              <a:rPr lang="en-NO" smtClean="0"/>
              <a:t>21/07/2026</a:t>
            </a:fld>
            <a:endParaRPr lang="en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BC487-C9C6-84E6-E2DB-D41D0FC96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B0894-20CD-C5DE-44FF-1BC4397C6C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0FD25-4A47-EA4B-BC55-223019DE6452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5965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2.svg"/><Relationship Id="rId7" Type="http://schemas.openxmlformats.org/officeDocument/2006/relationships/image" Target="../media/image14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4.svg"/><Relationship Id="rId10" Type="http://schemas.openxmlformats.org/officeDocument/2006/relationships/image" Target="../media/image16.svg"/><Relationship Id="rId4" Type="http://schemas.openxmlformats.org/officeDocument/2006/relationships/image" Target="../media/image6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2.svg"/><Relationship Id="rId7" Type="http://schemas.openxmlformats.org/officeDocument/2006/relationships/image" Target="../media/image14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8.svg"/><Relationship Id="rId10" Type="http://schemas.openxmlformats.org/officeDocument/2006/relationships/image" Target="../media/image16.svg"/><Relationship Id="rId4" Type="http://schemas.openxmlformats.org/officeDocument/2006/relationships/image" Target="../media/image9.sv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7.svg"/><Relationship Id="rId7" Type="http://schemas.openxmlformats.org/officeDocument/2006/relationships/image" Target="../media/image13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svg"/><Relationship Id="rId11" Type="http://schemas.openxmlformats.org/officeDocument/2006/relationships/image" Target="../media/image15.svg"/><Relationship Id="rId5" Type="http://schemas.openxmlformats.org/officeDocument/2006/relationships/image" Target="../media/image4.svg"/><Relationship Id="rId10" Type="http://schemas.openxmlformats.org/officeDocument/2006/relationships/image" Target="../media/image20.svg"/><Relationship Id="rId4" Type="http://schemas.openxmlformats.org/officeDocument/2006/relationships/image" Target="../media/image18.svg"/><Relationship Id="rId9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17.svg"/><Relationship Id="rId7" Type="http://schemas.openxmlformats.org/officeDocument/2006/relationships/image" Target="../media/image13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5.svg"/><Relationship Id="rId4" Type="http://schemas.openxmlformats.org/officeDocument/2006/relationships/image" Target="../media/image18.svg"/><Relationship Id="rId9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15.svg"/><Relationship Id="rId3" Type="http://schemas.openxmlformats.org/officeDocument/2006/relationships/image" Target="../media/image18.svg"/><Relationship Id="rId7" Type="http://schemas.openxmlformats.org/officeDocument/2006/relationships/image" Target="../media/image14.sv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11" Type="http://schemas.openxmlformats.org/officeDocument/2006/relationships/image" Target="../media/image7.svg"/><Relationship Id="rId5" Type="http://schemas.openxmlformats.org/officeDocument/2006/relationships/image" Target="../media/image4.svg"/><Relationship Id="rId10" Type="http://schemas.openxmlformats.org/officeDocument/2006/relationships/image" Target="../media/image19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18.svg"/><Relationship Id="rId7" Type="http://schemas.openxmlformats.org/officeDocument/2006/relationships/image" Target="../media/image14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23.svg"/><Relationship Id="rId10" Type="http://schemas.openxmlformats.org/officeDocument/2006/relationships/image" Target="../media/image15.svg"/><Relationship Id="rId4" Type="http://schemas.openxmlformats.org/officeDocument/2006/relationships/image" Target="../media/image17.svg"/><Relationship Id="rId9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A7F04-5A1A-577B-0595-F33AEF4B4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Puppy with solid fill">
            <a:extLst>
              <a:ext uri="{FF2B5EF4-FFF2-40B4-BE49-F238E27FC236}">
                <a16:creationId xmlns:a16="http://schemas.microsoft.com/office/drawing/2014/main" id="{B19E9C3F-C783-767B-0F5E-20D476E68B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69247" y="265933"/>
            <a:ext cx="1720121" cy="1720121"/>
          </a:xfrm>
          <a:prstGeom prst="rect">
            <a:avLst/>
          </a:prstGeom>
        </p:spPr>
      </p:pic>
      <p:pic>
        <p:nvPicPr>
          <p:cNvPr id="8" name="Graphic 7" descr="Kitten with solid fill">
            <a:extLst>
              <a:ext uri="{FF2B5EF4-FFF2-40B4-BE49-F238E27FC236}">
                <a16:creationId xmlns:a16="http://schemas.microsoft.com/office/drawing/2014/main" id="{EBC86DCC-E04E-9875-147B-0C0A050D6D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49299" y="270780"/>
            <a:ext cx="1720120" cy="1720120"/>
          </a:xfrm>
          <a:prstGeom prst="rect">
            <a:avLst/>
          </a:prstGeom>
        </p:spPr>
      </p:pic>
      <p:pic>
        <p:nvPicPr>
          <p:cNvPr id="10" name="Graphic 9" descr="Sheep with solid fill">
            <a:extLst>
              <a:ext uri="{FF2B5EF4-FFF2-40B4-BE49-F238E27FC236}">
                <a16:creationId xmlns:a16="http://schemas.microsoft.com/office/drawing/2014/main" id="{8767CD52-1A0D-BB78-14C7-E156E2CB20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74361" y="2196677"/>
            <a:ext cx="1720120" cy="172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09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7">
            <a:extLst>
              <a:ext uri="{FF2B5EF4-FFF2-40B4-BE49-F238E27FC236}">
                <a16:creationId xmlns:a16="http://schemas.microsoft.com/office/drawing/2014/main" id="{82A93FE2-6034-1952-3D2D-F0F9768C9074}"/>
              </a:ext>
            </a:extLst>
          </p:cNvPr>
          <p:cNvGrpSpPr/>
          <p:nvPr/>
        </p:nvGrpSpPr>
        <p:grpSpPr>
          <a:xfrm>
            <a:off x="-43336" y="357256"/>
            <a:ext cx="12404407" cy="1775401"/>
            <a:chOff x="-43336" y="357256"/>
            <a:chExt cx="12404407" cy="1775401"/>
          </a:xfrm>
        </p:grpSpPr>
        <p:pic>
          <p:nvPicPr>
            <p:cNvPr id="7" name="Graphic 6" descr="Female Profile with solid fill">
              <a:extLst>
                <a:ext uri="{FF2B5EF4-FFF2-40B4-BE49-F238E27FC236}">
                  <a16:creationId xmlns:a16="http://schemas.microsoft.com/office/drawing/2014/main" id="{955F8577-1070-71ED-01D7-07436DD8D9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515357" y="357260"/>
              <a:ext cx="1720121" cy="1720121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38B624-6D41-6B83-B2DC-FC947C617F30}"/>
                </a:ext>
              </a:extLst>
            </p:cNvPr>
            <p:cNvGrpSpPr/>
            <p:nvPr/>
          </p:nvGrpSpPr>
          <p:grpSpPr>
            <a:xfrm>
              <a:off x="266700" y="1866900"/>
              <a:ext cx="11782631" cy="265757"/>
              <a:chOff x="266700" y="1866900"/>
              <a:chExt cx="11782631" cy="265757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373FE35-499F-D0D9-9ADC-F14246230104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321DEEC-6A66-4D2E-BA07-6318C926F755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633B3D9-0A00-FB46-896B-7822BE2F023D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A15093-459E-801F-F369-6625ADBAC364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2BD59F-593F-2202-A7F3-8A22A6AFEE19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8F7BAC4-2FA0-5588-DF35-29996074C4BD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F16DE05-1582-328C-843E-A37E6628570B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B9D811A-C25E-0199-A2B7-BCA10A9DF2BC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5E23862-52E7-1DFC-14AE-CEE85681FE38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4DCCF2C-5629-2C0D-C1BD-E49EDF08F1FB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  <p:pic>
          <p:nvPicPr>
            <p:cNvPr id="59" name="Graphic 58" descr="Female Profile with solid fill">
              <a:extLst>
                <a:ext uri="{FF2B5EF4-FFF2-40B4-BE49-F238E27FC236}">
                  <a16:creationId xmlns:a16="http://schemas.microsoft.com/office/drawing/2014/main" id="{D270BE7A-E721-7A6F-13DC-78FA36281D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340007" y="357260"/>
              <a:ext cx="1720121" cy="1720121"/>
            </a:xfrm>
            <a:prstGeom prst="rect">
              <a:avLst/>
            </a:prstGeom>
          </p:spPr>
        </p:pic>
        <p:pic>
          <p:nvPicPr>
            <p:cNvPr id="60" name="Graphic 59" descr="Female Profile with solid fill">
              <a:extLst>
                <a:ext uri="{FF2B5EF4-FFF2-40B4-BE49-F238E27FC236}">
                  <a16:creationId xmlns:a16="http://schemas.microsoft.com/office/drawing/2014/main" id="{A4C5ACAA-2D7E-C558-50AC-6553BF7A62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45662" y="357260"/>
              <a:ext cx="1720121" cy="1720121"/>
            </a:xfrm>
            <a:prstGeom prst="rect">
              <a:avLst/>
            </a:prstGeom>
          </p:spPr>
        </p:pic>
        <p:pic>
          <p:nvPicPr>
            <p:cNvPr id="61" name="Graphic 60" descr="Female Profile with solid fill">
              <a:extLst>
                <a:ext uri="{FF2B5EF4-FFF2-40B4-BE49-F238E27FC236}">
                  <a16:creationId xmlns:a16="http://schemas.microsoft.com/office/drawing/2014/main" id="{5A71595D-8814-0954-287A-487C1F48A5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-43336" y="357260"/>
              <a:ext cx="1720121" cy="1720121"/>
            </a:xfrm>
            <a:prstGeom prst="rect">
              <a:avLst/>
            </a:prstGeom>
          </p:spPr>
        </p:pic>
        <p:pic>
          <p:nvPicPr>
            <p:cNvPr id="62" name="Graphic 61" descr="Female Profile with solid fill">
              <a:extLst>
                <a:ext uri="{FF2B5EF4-FFF2-40B4-BE49-F238E27FC236}">
                  <a16:creationId xmlns:a16="http://schemas.microsoft.com/office/drawing/2014/main" id="{D62C6B42-0594-2AF1-741A-78E7E96A9E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968" y="357258"/>
              <a:ext cx="1720121" cy="1720121"/>
            </a:xfrm>
            <a:prstGeom prst="rect">
              <a:avLst/>
            </a:prstGeom>
          </p:spPr>
        </p:pic>
        <p:pic>
          <p:nvPicPr>
            <p:cNvPr id="63" name="Graphic 62" descr="Female Profile with solid fill">
              <a:extLst>
                <a:ext uri="{FF2B5EF4-FFF2-40B4-BE49-F238E27FC236}">
                  <a16:creationId xmlns:a16="http://schemas.microsoft.com/office/drawing/2014/main" id="{028A00FB-72A8-EA0C-2494-D7D979B1DA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714618" y="357258"/>
              <a:ext cx="1720121" cy="1720121"/>
            </a:xfrm>
            <a:prstGeom prst="rect">
              <a:avLst/>
            </a:prstGeom>
          </p:spPr>
        </p:pic>
        <p:pic>
          <p:nvPicPr>
            <p:cNvPr id="64" name="Graphic 63" descr="Female Profile with solid fill">
              <a:extLst>
                <a:ext uri="{FF2B5EF4-FFF2-40B4-BE49-F238E27FC236}">
                  <a16:creationId xmlns:a16="http://schemas.microsoft.com/office/drawing/2014/main" id="{6C6C297A-D315-3EF6-EC8F-2505D0E842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266339" y="357257"/>
              <a:ext cx="1720121" cy="1720121"/>
            </a:xfrm>
            <a:prstGeom prst="rect">
              <a:avLst/>
            </a:prstGeom>
          </p:spPr>
        </p:pic>
        <p:pic>
          <p:nvPicPr>
            <p:cNvPr id="65" name="Graphic 64" descr="Female Profile with solid fill">
              <a:extLst>
                <a:ext uri="{FF2B5EF4-FFF2-40B4-BE49-F238E27FC236}">
                  <a16:creationId xmlns:a16="http://schemas.microsoft.com/office/drawing/2014/main" id="{78D3F98D-672A-90AA-B8F2-6E59AA40BB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077341" y="357257"/>
              <a:ext cx="1720121" cy="1720121"/>
            </a:xfrm>
            <a:prstGeom prst="rect">
              <a:avLst/>
            </a:prstGeom>
          </p:spPr>
        </p:pic>
        <p:pic>
          <p:nvPicPr>
            <p:cNvPr id="66" name="Graphic 65" descr="Female Profile with solid fill">
              <a:extLst>
                <a:ext uri="{FF2B5EF4-FFF2-40B4-BE49-F238E27FC236}">
                  <a16:creationId xmlns:a16="http://schemas.microsoft.com/office/drawing/2014/main" id="{7F6045C3-B9B7-A58E-056F-EE4E470A5C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640950" y="357256"/>
              <a:ext cx="1720121" cy="1720121"/>
            </a:xfrm>
            <a:prstGeom prst="rect">
              <a:avLst/>
            </a:prstGeom>
          </p:spPr>
        </p:pic>
        <p:pic>
          <p:nvPicPr>
            <p:cNvPr id="67" name="Graphic 66" descr="Female Profile with solid fill">
              <a:extLst>
                <a:ext uri="{FF2B5EF4-FFF2-40B4-BE49-F238E27FC236}">
                  <a16:creationId xmlns:a16="http://schemas.microsoft.com/office/drawing/2014/main" id="{3A432D15-2BD9-C460-0ED5-77C7C3F0A7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51952" y="357256"/>
              <a:ext cx="1720121" cy="1720121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D57F348-E027-284B-43E6-0715197BC598}"/>
              </a:ext>
            </a:extLst>
          </p:cNvPr>
          <p:cNvGrpSpPr/>
          <p:nvPr/>
        </p:nvGrpSpPr>
        <p:grpSpPr>
          <a:xfrm>
            <a:off x="-43336" y="2128510"/>
            <a:ext cx="12371296" cy="1775396"/>
            <a:chOff x="-27055" y="357261"/>
            <a:chExt cx="12371296" cy="1775396"/>
          </a:xfrm>
        </p:grpSpPr>
        <p:pic>
          <p:nvPicPr>
            <p:cNvPr id="70" name="Graphic 69" descr="Male profile with solid fill">
              <a:extLst>
                <a:ext uri="{FF2B5EF4-FFF2-40B4-BE49-F238E27FC236}">
                  <a16:creationId xmlns:a16="http://schemas.microsoft.com/office/drawing/2014/main" id="{B1A99C0E-7B09-8782-90A0-2B441C6653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06802" y="357266"/>
              <a:ext cx="1720121" cy="1720121"/>
            </a:xfrm>
            <a:prstGeom prst="rect">
              <a:avLst/>
            </a:prstGeom>
          </p:spPr>
        </p:pic>
        <p:pic>
          <p:nvPicPr>
            <p:cNvPr id="71" name="Graphic 70" descr="Male profile with solid fill">
              <a:extLst>
                <a:ext uri="{FF2B5EF4-FFF2-40B4-BE49-F238E27FC236}">
                  <a16:creationId xmlns:a16="http://schemas.microsoft.com/office/drawing/2014/main" id="{F3B7022A-1389-F39F-5BBA-7D582FDBC1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90265" y="357265"/>
              <a:ext cx="1720121" cy="1720121"/>
            </a:xfrm>
            <a:prstGeom prst="rect">
              <a:avLst/>
            </a:prstGeom>
          </p:spPr>
        </p:pic>
        <p:pic>
          <p:nvPicPr>
            <p:cNvPr id="72" name="Graphic 71" descr="Male profile with solid fill">
              <a:extLst>
                <a:ext uri="{FF2B5EF4-FFF2-40B4-BE49-F238E27FC236}">
                  <a16:creationId xmlns:a16="http://schemas.microsoft.com/office/drawing/2014/main" id="{BB345CCF-79F0-6410-5E39-7F51B9B0A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073731" y="357264"/>
              <a:ext cx="1720121" cy="1720121"/>
            </a:xfrm>
            <a:prstGeom prst="rect">
              <a:avLst/>
            </a:prstGeom>
          </p:spPr>
        </p:pic>
        <p:pic>
          <p:nvPicPr>
            <p:cNvPr id="73" name="Graphic 72" descr="Male profile with solid fill">
              <a:extLst>
                <a:ext uri="{FF2B5EF4-FFF2-40B4-BE49-F238E27FC236}">
                  <a16:creationId xmlns:a16="http://schemas.microsoft.com/office/drawing/2014/main" id="{65AFAD23-68DC-D161-BE94-31936682C7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57194" y="357263"/>
              <a:ext cx="1720121" cy="1720121"/>
            </a:xfrm>
            <a:prstGeom prst="rect">
              <a:avLst/>
            </a:prstGeom>
          </p:spPr>
        </p:pic>
        <p:pic>
          <p:nvPicPr>
            <p:cNvPr id="74" name="Graphic 73" descr="Male profile with solid fill">
              <a:extLst>
                <a:ext uri="{FF2B5EF4-FFF2-40B4-BE49-F238E27FC236}">
                  <a16:creationId xmlns:a16="http://schemas.microsoft.com/office/drawing/2014/main" id="{46A3D8E6-D1FB-A713-BB72-D6AFA1EEEF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47689" y="357265"/>
              <a:ext cx="1720121" cy="1720121"/>
            </a:xfrm>
            <a:prstGeom prst="rect">
              <a:avLst/>
            </a:prstGeom>
          </p:spPr>
        </p:pic>
        <p:pic>
          <p:nvPicPr>
            <p:cNvPr id="75" name="Graphic 74" descr="Male profile with solid fill">
              <a:extLst>
                <a:ext uri="{FF2B5EF4-FFF2-40B4-BE49-F238E27FC236}">
                  <a16:creationId xmlns:a16="http://schemas.microsoft.com/office/drawing/2014/main" id="{95F2BC79-1FF2-7B46-382A-305E253F21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531152" y="357264"/>
              <a:ext cx="1720121" cy="1720121"/>
            </a:xfrm>
            <a:prstGeom prst="rect">
              <a:avLst/>
            </a:prstGeom>
          </p:spPr>
        </p:pic>
        <p:pic>
          <p:nvPicPr>
            <p:cNvPr id="76" name="Graphic 75" descr="Male profile with solid fill">
              <a:extLst>
                <a:ext uri="{FF2B5EF4-FFF2-40B4-BE49-F238E27FC236}">
                  <a16:creationId xmlns:a16="http://schemas.microsoft.com/office/drawing/2014/main" id="{BFBD77D6-CB63-D681-CB02-F3D3AD0D81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440657" y="357262"/>
              <a:ext cx="1720121" cy="1720121"/>
            </a:xfrm>
            <a:prstGeom prst="rect">
              <a:avLst/>
            </a:prstGeom>
          </p:spPr>
        </p:pic>
        <p:pic>
          <p:nvPicPr>
            <p:cNvPr id="77" name="Graphic 76" descr="Male profile with solid fill">
              <a:extLst>
                <a:ext uri="{FF2B5EF4-FFF2-40B4-BE49-F238E27FC236}">
                  <a16:creationId xmlns:a16="http://schemas.microsoft.com/office/drawing/2014/main" id="{8ECE5A67-FE3F-05B2-68FA-B45BB8CCE9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24120" y="357261"/>
              <a:ext cx="1720121" cy="1720121"/>
            </a:xfrm>
            <a:prstGeom prst="rect">
              <a:avLst/>
            </a:prstGeom>
          </p:spPr>
        </p:pic>
        <p:pic>
          <p:nvPicPr>
            <p:cNvPr id="78" name="Graphic 77" descr="Male profile with solid fill">
              <a:extLst>
                <a:ext uri="{FF2B5EF4-FFF2-40B4-BE49-F238E27FC236}">
                  <a16:creationId xmlns:a16="http://schemas.microsoft.com/office/drawing/2014/main" id="{50818B99-9EA2-7D34-7E3D-ABC2E4B45A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27055" y="357262"/>
              <a:ext cx="1720121" cy="1720121"/>
            </a:xfrm>
            <a:prstGeom prst="rect">
              <a:avLst/>
            </a:prstGeom>
          </p:spPr>
        </p:pic>
        <p:pic>
          <p:nvPicPr>
            <p:cNvPr id="79" name="Graphic 78" descr="Male profile with solid fill">
              <a:extLst>
                <a:ext uri="{FF2B5EF4-FFF2-40B4-BE49-F238E27FC236}">
                  <a16:creationId xmlns:a16="http://schemas.microsoft.com/office/drawing/2014/main" id="{3DD9827C-72E5-6D99-A61C-C54818BDBB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56408" y="357261"/>
              <a:ext cx="1720121" cy="1720121"/>
            </a:xfrm>
            <a:prstGeom prst="rect">
              <a:avLst/>
            </a:prstGeom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53CFEA0-97E3-364D-DACB-CC4CD6E5A52B}"/>
                </a:ext>
              </a:extLst>
            </p:cNvPr>
            <p:cNvSpPr txBox="1"/>
            <p:nvPr/>
          </p:nvSpPr>
          <p:spPr>
            <a:xfrm>
              <a:off x="266700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9E2B7F9-ABBE-C0AF-C352-588F12F75D70}"/>
                </a:ext>
              </a:extLst>
            </p:cNvPr>
            <p:cNvSpPr txBox="1"/>
            <p:nvPr/>
          </p:nvSpPr>
          <p:spPr>
            <a:xfrm>
              <a:off x="1455228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2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26B09337-812B-8756-4607-0612B1A5DBAC}"/>
                </a:ext>
              </a:extLst>
            </p:cNvPr>
            <p:cNvSpPr txBox="1"/>
            <p:nvPr/>
          </p:nvSpPr>
          <p:spPr>
            <a:xfrm>
              <a:off x="2642599" y="1871047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E9DD9D67-5802-F406-DC92-56C831569DA1}"/>
                </a:ext>
              </a:extLst>
            </p:cNvPr>
            <p:cNvSpPr txBox="1"/>
            <p:nvPr/>
          </p:nvSpPr>
          <p:spPr>
            <a:xfrm>
              <a:off x="3826063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4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C640576-844E-65CE-35CA-6633BB9C91E0}"/>
                </a:ext>
              </a:extLst>
            </p:cNvPr>
            <p:cNvSpPr txBox="1"/>
            <p:nvPr/>
          </p:nvSpPr>
          <p:spPr>
            <a:xfrm>
              <a:off x="5001712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5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E06419-0FF2-D5BA-6354-75E037DA0B4D}"/>
                </a:ext>
              </a:extLst>
            </p:cNvPr>
            <p:cNvSpPr txBox="1"/>
            <p:nvPr/>
          </p:nvSpPr>
          <p:spPr>
            <a:xfrm>
              <a:off x="6185175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6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D19E216-09B7-51B8-6B33-D1CC0D9C8E3D}"/>
                </a:ext>
              </a:extLst>
            </p:cNvPr>
            <p:cNvSpPr txBox="1"/>
            <p:nvPr/>
          </p:nvSpPr>
          <p:spPr>
            <a:xfrm>
              <a:off x="7368641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7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1825FC8C-E859-7AA1-3A38-3DB1A1A335D4}"/>
                </a:ext>
              </a:extLst>
            </p:cNvPr>
            <p:cNvSpPr txBox="1"/>
            <p:nvPr/>
          </p:nvSpPr>
          <p:spPr>
            <a:xfrm>
              <a:off x="8552103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8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37982D4-E4BE-C8D2-92BB-459334A2BBA9}"/>
                </a:ext>
              </a:extLst>
            </p:cNvPr>
            <p:cNvSpPr txBox="1"/>
            <p:nvPr/>
          </p:nvSpPr>
          <p:spPr>
            <a:xfrm>
              <a:off x="9735567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9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B79908B-E9E5-4F88-BCDB-4AEB88A3FECC}"/>
                </a:ext>
              </a:extLst>
            </p:cNvPr>
            <p:cNvSpPr txBox="1"/>
            <p:nvPr/>
          </p:nvSpPr>
          <p:spPr>
            <a:xfrm>
              <a:off x="10919031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10</a:t>
              </a: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B30D0CB1-3CA8-4BBC-B422-7C8C89FF0F09}"/>
              </a:ext>
            </a:extLst>
          </p:cNvPr>
          <p:cNvGrpSpPr/>
          <p:nvPr/>
        </p:nvGrpSpPr>
        <p:grpSpPr>
          <a:xfrm>
            <a:off x="-117019" y="4132267"/>
            <a:ext cx="12444979" cy="1780819"/>
            <a:chOff x="-117019" y="4132267"/>
            <a:chExt cx="12444979" cy="1780819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6159998-7AE7-E732-77A2-5D4D7AE9FF19}"/>
                </a:ext>
              </a:extLst>
            </p:cNvPr>
            <p:cNvGrpSpPr/>
            <p:nvPr/>
          </p:nvGrpSpPr>
          <p:grpSpPr>
            <a:xfrm>
              <a:off x="204107" y="5647329"/>
              <a:ext cx="11782631" cy="265757"/>
              <a:chOff x="266700" y="1866900"/>
              <a:chExt cx="11782631" cy="265757"/>
            </a:xfrm>
          </p:grpSpPr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E4A1005E-7069-BC59-9C69-1C994E97D99F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D293D42E-E182-C0A6-8303-E74D0CFA9A49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7981534-AABB-8596-50E5-3BC415C55928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5948E368-A716-9C9F-66AD-E4ECA6FA83FE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99920989-50A3-6FC2-253E-F06DD6129E5E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E856F4BE-2C75-CA99-BDD5-0F15FD4C9545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39B5B7BB-C918-267E-DB82-54D64EE1C864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A39B0ABE-A981-3CBF-E024-B0B859ECADEB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8816B45A-A1F9-A474-EB6E-7CE1756DDFEF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0ED65E2F-0CFC-5892-6512-AFE9F40F08F7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  <p:pic>
          <p:nvPicPr>
            <p:cNvPr id="112" name="Graphic 111" descr="User with solid fill">
              <a:extLst>
                <a:ext uri="{FF2B5EF4-FFF2-40B4-BE49-F238E27FC236}">
                  <a16:creationId xmlns:a16="http://schemas.microsoft.com/office/drawing/2014/main" id="{2AECFFE6-F364-D99A-F88D-6513040694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43869" y="4133608"/>
              <a:ext cx="1720800" cy="1720800"/>
            </a:xfrm>
            <a:prstGeom prst="rect">
              <a:avLst/>
            </a:prstGeom>
          </p:spPr>
        </p:pic>
        <p:pic>
          <p:nvPicPr>
            <p:cNvPr id="113" name="Graphic 112" descr="User with solid fill">
              <a:extLst>
                <a:ext uri="{FF2B5EF4-FFF2-40B4-BE49-F238E27FC236}">
                  <a16:creationId xmlns:a16="http://schemas.microsoft.com/office/drawing/2014/main" id="{0CDBC698-C8E1-E1B6-7781-856BB95EA5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46415" y="4133547"/>
              <a:ext cx="1720800" cy="1720800"/>
            </a:xfrm>
            <a:prstGeom prst="rect">
              <a:avLst/>
            </a:prstGeom>
          </p:spPr>
        </p:pic>
        <p:pic>
          <p:nvPicPr>
            <p:cNvPr id="114" name="Graphic 113" descr="User with solid fill">
              <a:extLst>
                <a:ext uri="{FF2B5EF4-FFF2-40B4-BE49-F238E27FC236}">
                  <a16:creationId xmlns:a16="http://schemas.microsoft.com/office/drawing/2014/main" id="{DE8F19C2-4F33-624A-CCE6-8CA686E7F7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66167" y="4132267"/>
              <a:ext cx="1720800" cy="1720800"/>
            </a:xfrm>
            <a:prstGeom prst="rect">
              <a:avLst/>
            </a:prstGeom>
          </p:spPr>
        </p:pic>
        <p:pic>
          <p:nvPicPr>
            <p:cNvPr id="115" name="Graphic 114" descr="User with solid fill">
              <a:extLst>
                <a:ext uri="{FF2B5EF4-FFF2-40B4-BE49-F238E27FC236}">
                  <a16:creationId xmlns:a16="http://schemas.microsoft.com/office/drawing/2014/main" id="{3A71AA6A-0D5F-EC24-9A9A-1CC2E56A17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72795" y="4133608"/>
              <a:ext cx="1720800" cy="1720800"/>
            </a:xfrm>
            <a:prstGeom prst="rect">
              <a:avLst/>
            </a:prstGeom>
          </p:spPr>
        </p:pic>
        <p:pic>
          <p:nvPicPr>
            <p:cNvPr id="117" name="Graphic 116" descr="User with solid fill">
              <a:extLst>
                <a:ext uri="{FF2B5EF4-FFF2-40B4-BE49-F238E27FC236}">
                  <a16:creationId xmlns:a16="http://schemas.microsoft.com/office/drawing/2014/main" id="{56B2747C-CACF-50EC-4BDD-E0F1F5753E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117019" y="4133547"/>
              <a:ext cx="1720800" cy="1720800"/>
            </a:xfrm>
            <a:prstGeom prst="rect">
              <a:avLst/>
            </a:prstGeom>
          </p:spPr>
        </p:pic>
        <p:pic>
          <p:nvPicPr>
            <p:cNvPr id="118" name="Graphic 117" descr="User with solid fill">
              <a:extLst>
                <a:ext uri="{FF2B5EF4-FFF2-40B4-BE49-F238E27FC236}">
                  <a16:creationId xmlns:a16="http://schemas.microsoft.com/office/drawing/2014/main" id="{DC0C8A12-098D-A281-A993-4B24943A23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07160" y="4137690"/>
              <a:ext cx="1720800" cy="1720800"/>
            </a:xfrm>
            <a:prstGeom prst="rect">
              <a:avLst/>
            </a:prstGeom>
          </p:spPr>
        </p:pic>
        <p:pic>
          <p:nvPicPr>
            <p:cNvPr id="119" name="Graphic 118" descr="User with solid fill">
              <a:extLst>
                <a:ext uri="{FF2B5EF4-FFF2-40B4-BE49-F238E27FC236}">
                  <a16:creationId xmlns:a16="http://schemas.microsoft.com/office/drawing/2014/main" id="{2803EFA2-E12D-0FDD-99BB-775D676AAD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09706" y="4133547"/>
              <a:ext cx="1720800" cy="1720800"/>
            </a:xfrm>
            <a:prstGeom prst="rect">
              <a:avLst/>
            </a:prstGeom>
          </p:spPr>
        </p:pic>
        <p:pic>
          <p:nvPicPr>
            <p:cNvPr id="120" name="Graphic 119" descr="User with solid fill">
              <a:extLst>
                <a:ext uri="{FF2B5EF4-FFF2-40B4-BE49-F238E27FC236}">
                  <a16:creationId xmlns:a16="http://schemas.microsoft.com/office/drawing/2014/main" id="{66146594-2C53-9526-EB4A-61968FB118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33540" y="4137629"/>
              <a:ext cx="1720800" cy="1720800"/>
            </a:xfrm>
            <a:prstGeom prst="rect">
              <a:avLst/>
            </a:prstGeom>
          </p:spPr>
        </p:pic>
        <p:pic>
          <p:nvPicPr>
            <p:cNvPr id="121" name="Graphic 120" descr="User with solid fill">
              <a:extLst>
                <a:ext uri="{FF2B5EF4-FFF2-40B4-BE49-F238E27FC236}">
                  <a16:creationId xmlns:a16="http://schemas.microsoft.com/office/drawing/2014/main" id="{1EAC4FDE-5301-E2F3-AD62-AED504B720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036086" y="4137690"/>
              <a:ext cx="1720800" cy="1720800"/>
            </a:xfrm>
            <a:prstGeom prst="rect">
              <a:avLst/>
            </a:prstGeom>
          </p:spPr>
        </p:pic>
        <p:pic>
          <p:nvPicPr>
            <p:cNvPr id="122" name="Graphic 121" descr="User with solid fill">
              <a:extLst>
                <a:ext uri="{FF2B5EF4-FFF2-40B4-BE49-F238E27FC236}">
                  <a16:creationId xmlns:a16="http://schemas.microsoft.com/office/drawing/2014/main" id="{A2F27957-60E6-7986-E444-B8CC33AAC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46272" y="4132267"/>
              <a:ext cx="1720800" cy="172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402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31419-7471-C909-1A90-E38F696A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7">
            <a:extLst>
              <a:ext uri="{FF2B5EF4-FFF2-40B4-BE49-F238E27FC236}">
                <a16:creationId xmlns:a16="http://schemas.microsoft.com/office/drawing/2014/main" id="{2401C6E5-AFDD-B23F-C226-D4F7CBF7ABCF}"/>
              </a:ext>
            </a:extLst>
          </p:cNvPr>
          <p:cNvGrpSpPr/>
          <p:nvPr/>
        </p:nvGrpSpPr>
        <p:grpSpPr>
          <a:xfrm>
            <a:off x="-43336" y="357256"/>
            <a:ext cx="12404407" cy="1775401"/>
            <a:chOff x="-43336" y="357256"/>
            <a:chExt cx="12404407" cy="1775401"/>
          </a:xfrm>
        </p:grpSpPr>
        <p:pic>
          <p:nvPicPr>
            <p:cNvPr id="7" name="Graphic 6" descr="Female Profile with solid fill">
              <a:extLst>
                <a:ext uri="{FF2B5EF4-FFF2-40B4-BE49-F238E27FC236}">
                  <a16:creationId xmlns:a16="http://schemas.microsoft.com/office/drawing/2014/main" id="{5EE0D20B-3A36-EE1E-54D0-F128DAE86A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515357" y="357260"/>
              <a:ext cx="1720121" cy="1720121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8BF06CD-977F-7025-5348-52FB64F843A9}"/>
                </a:ext>
              </a:extLst>
            </p:cNvPr>
            <p:cNvGrpSpPr/>
            <p:nvPr/>
          </p:nvGrpSpPr>
          <p:grpSpPr>
            <a:xfrm>
              <a:off x="266700" y="1866900"/>
              <a:ext cx="11782631" cy="265757"/>
              <a:chOff x="266700" y="1866900"/>
              <a:chExt cx="11782631" cy="265757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48A5D23-C4B8-F6A7-FE8F-A2E28CDA2C2B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97860DC-340D-6797-0B4B-9B3B86E6E942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DFC33BF-8919-D208-36B4-E34B6C88C50D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9B444C3-CB31-83DA-4B26-0D089AE2145A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4F79698-1649-2AE4-348D-F4FC5BC74F26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99F2C4C-88CF-DA7E-FB93-A35687590CCB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3DF1CDE-8353-06FB-9774-413BF18BC4AA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A6FCF51-9CF9-3F39-2909-1D94947EC0D7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37AA5FC-EBDF-D31D-0929-9615CE5F201F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E226571-E84D-6315-1306-F7FCB846A1B8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  <p:pic>
          <p:nvPicPr>
            <p:cNvPr id="59" name="Graphic 58" descr="Female Profile with solid fill">
              <a:extLst>
                <a:ext uri="{FF2B5EF4-FFF2-40B4-BE49-F238E27FC236}">
                  <a16:creationId xmlns:a16="http://schemas.microsoft.com/office/drawing/2014/main" id="{ABF99135-F07B-E677-2806-911F060A2A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340007" y="357260"/>
              <a:ext cx="1720121" cy="1720121"/>
            </a:xfrm>
            <a:prstGeom prst="rect">
              <a:avLst/>
            </a:prstGeom>
          </p:spPr>
        </p:pic>
        <p:pic>
          <p:nvPicPr>
            <p:cNvPr id="60" name="Graphic 59" descr="Female Profile with solid fill">
              <a:extLst>
                <a:ext uri="{FF2B5EF4-FFF2-40B4-BE49-F238E27FC236}">
                  <a16:creationId xmlns:a16="http://schemas.microsoft.com/office/drawing/2014/main" id="{46C2FEB2-C25E-BEA9-CB83-F815D6E094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45662" y="357260"/>
              <a:ext cx="1720121" cy="1720121"/>
            </a:xfrm>
            <a:prstGeom prst="rect">
              <a:avLst/>
            </a:prstGeom>
          </p:spPr>
        </p:pic>
        <p:pic>
          <p:nvPicPr>
            <p:cNvPr id="61" name="Graphic 60" descr="Female Profile with solid fill">
              <a:extLst>
                <a:ext uri="{FF2B5EF4-FFF2-40B4-BE49-F238E27FC236}">
                  <a16:creationId xmlns:a16="http://schemas.microsoft.com/office/drawing/2014/main" id="{D9CEA5B8-AC82-C66C-4D65-28AF981C14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-43336" y="357260"/>
              <a:ext cx="1720121" cy="1720121"/>
            </a:xfrm>
            <a:prstGeom prst="rect">
              <a:avLst/>
            </a:prstGeom>
          </p:spPr>
        </p:pic>
        <p:pic>
          <p:nvPicPr>
            <p:cNvPr id="62" name="Graphic 61" descr="Female Profile with solid fill">
              <a:extLst>
                <a:ext uri="{FF2B5EF4-FFF2-40B4-BE49-F238E27FC236}">
                  <a16:creationId xmlns:a16="http://schemas.microsoft.com/office/drawing/2014/main" id="{A0E85BFE-1CF4-F6BC-364A-F83E9080F7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968" y="357258"/>
              <a:ext cx="1720121" cy="1720121"/>
            </a:xfrm>
            <a:prstGeom prst="rect">
              <a:avLst/>
            </a:prstGeom>
          </p:spPr>
        </p:pic>
        <p:pic>
          <p:nvPicPr>
            <p:cNvPr id="63" name="Graphic 62" descr="Female Profile with solid fill">
              <a:extLst>
                <a:ext uri="{FF2B5EF4-FFF2-40B4-BE49-F238E27FC236}">
                  <a16:creationId xmlns:a16="http://schemas.microsoft.com/office/drawing/2014/main" id="{FFDE3216-CAEF-09B1-584E-C9F5F5D7B7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714618" y="357258"/>
              <a:ext cx="1720121" cy="1720121"/>
            </a:xfrm>
            <a:prstGeom prst="rect">
              <a:avLst/>
            </a:prstGeom>
          </p:spPr>
        </p:pic>
        <p:pic>
          <p:nvPicPr>
            <p:cNvPr id="64" name="Graphic 63" descr="Female Profile with solid fill">
              <a:extLst>
                <a:ext uri="{FF2B5EF4-FFF2-40B4-BE49-F238E27FC236}">
                  <a16:creationId xmlns:a16="http://schemas.microsoft.com/office/drawing/2014/main" id="{E1A8E0DE-33B6-835D-476B-51D0717D16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266339" y="357257"/>
              <a:ext cx="1720121" cy="1720121"/>
            </a:xfrm>
            <a:prstGeom prst="rect">
              <a:avLst/>
            </a:prstGeom>
          </p:spPr>
        </p:pic>
        <p:pic>
          <p:nvPicPr>
            <p:cNvPr id="65" name="Graphic 64" descr="Female Profile with solid fill">
              <a:extLst>
                <a:ext uri="{FF2B5EF4-FFF2-40B4-BE49-F238E27FC236}">
                  <a16:creationId xmlns:a16="http://schemas.microsoft.com/office/drawing/2014/main" id="{88F1C54A-B51B-446A-A978-A7D6747EB3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077341" y="357257"/>
              <a:ext cx="1720121" cy="1720121"/>
            </a:xfrm>
            <a:prstGeom prst="rect">
              <a:avLst/>
            </a:prstGeom>
          </p:spPr>
        </p:pic>
        <p:pic>
          <p:nvPicPr>
            <p:cNvPr id="66" name="Graphic 65" descr="Female Profile with solid fill">
              <a:extLst>
                <a:ext uri="{FF2B5EF4-FFF2-40B4-BE49-F238E27FC236}">
                  <a16:creationId xmlns:a16="http://schemas.microsoft.com/office/drawing/2014/main" id="{B70AF1B7-E2FF-8E95-1128-FB9B48766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640950" y="357256"/>
              <a:ext cx="1720121" cy="1720121"/>
            </a:xfrm>
            <a:prstGeom prst="rect">
              <a:avLst/>
            </a:prstGeom>
          </p:spPr>
        </p:pic>
        <p:pic>
          <p:nvPicPr>
            <p:cNvPr id="67" name="Graphic 66" descr="Female Profile with solid fill">
              <a:extLst>
                <a:ext uri="{FF2B5EF4-FFF2-40B4-BE49-F238E27FC236}">
                  <a16:creationId xmlns:a16="http://schemas.microsoft.com/office/drawing/2014/main" id="{A3A25486-9084-CAAD-3CB4-4C8FCB6BB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51952" y="357256"/>
              <a:ext cx="1720121" cy="1720121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DD7FE93-23B0-C34F-9E8F-BDDCAB68C84F}"/>
              </a:ext>
            </a:extLst>
          </p:cNvPr>
          <p:cNvGrpSpPr/>
          <p:nvPr/>
        </p:nvGrpSpPr>
        <p:grpSpPr>
          <a:xfrm>
            <a:off x="-43336" y="2128510"/>
            <a:ext cx="12371296" cy="1775396"/>
            <a:chOff x="-27055" y="357261"/>
            <a:chExt cx="12371296" cy="1775396"/>
          </a:xfrm>
        </p:grpSpPr>
        <p:pic>
          <p:nvPicPr>
            <p:cNvPr id="70" name="Graphic 69" descr="Male profile with solid fill">
              <a:extLst>
                <a:ext uri="{FF2B5EF4-FFF2-40B4-BE49-F238E27FC236}">
                  <a16:creationId xmlns:a16="http://schemas.microsoft.com/office/drawing/2014/main" id="{F319487C-1861-2A24-1513-157C0AA146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06802" y="357266"/>
              <a:ext cx="1720121" cy="1720121"/>
            </a:xfrm>
            <a:prstGeom prst="rect">
              <a:avLst/>
            </a:prstGeom>
          </p:spPr>
        </p:pic>
        <p:pic>
          <p:nvPicPr>
            <p:cNvPr id="71" name="Graphic 70" descr="Male profile with solid fill">
              <a:extLst>
                <a:ext uri="{FF2B5EF4-FFF2-40B4-BE49-F238E27FC236}">
                  <a16:creationId xmlns:a16="http://schemas.microsoft.com/office/drawing/2014/main" id="{2622169E-16FA-1C88-F243-FD45D77701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90265" y="357265"/>
              <a:ext cx="1720121" cy="1720121"/>
            </a:xfrm>
            <a:prstGeom prst="rect">
              <a:avLst/>
            </a:prstGeom>
          </p:spPr>
        </p:pic>
        <p:pic>
          <p:nvPicPr>
            <p:cNvPr id="72" name="Graphic 71" descr="Male profile with solid fill">
              <a:extLst>
                <a:ext uri="{FF2B5EF4-FFF2-40B4-BE49-F238E27FC236}">
                  <a16:creationId xmlns:a16="http://schemas.microsoft.com/office/drawing/2014/main" id="{50130DA9-E693-2335-1D34-AF24274D62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73731" y="357264"/>
              <a:ext cx="1720121" cy="1720121"/>
            </a:xfrm>
            <a:prstGeom prst="rect">
              <a:avLst/>
            </a:prstGeom>
          </p:spPr>
        </p:pic>
        <p:pic>
          <p:nvPicPr>
            <p:cNvPr id="73" name="Graphic 72" descr="Male profile with solid fill">
              <a:extLst>
                <a:ext uri="{FF2B5EF4-FFF2-40B4-BE49-F238E27FC236}">
                  <a16:creationId xmlns:a16="http://schemas.microsoft.com/office/drawing/2014/main" id="{CFB61EAF-B77F-875D-0D13-E129ADDB50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7194" y="357263"/>
              <a:ext cx="1720121" cy="1720121"/>
            </a:xfrm>
            <a:prstGeom prst="rect">
              <a:avLst/>
            </a:prstGeom>
          </p:spPr>
        </p:pic>
        <p:pic>
          <p:nvPicPr>
            <p:cNvPr id="74" name="Graphic 73" descr="Male profile with solid fill">
              <a:extLst>
                <a:ext uri="{FF2B5EF4-FFF2-40B4-BE49-F238E27FC236}">
                  <a16:creationId xmlns:a16="http://schemas.microsoft.com/office/drawing/2014/main" id="{1F8ED443-EA15-79EE-C303-A1B70421F5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347689" y="357265"/>
              <a:ext cx="1720121" cy="1720121"/>
            </a:xfrm>
            <a:prstGeom prst="rect">
              <a:avLst/>
            </a:prstGeom>
          </p:spPr>
        </p:pic>
        <p:pic>
          <p:nvPicPr>
            <p:cNvPr id="75" name="Graphic 74" descr="Male profile with solid fill">
              <a:extLst>
                <a:ext uri="{FF2B5EF4-FFF2-40B4-BE49-F238E27FC236}">
                  <a16:creationId xmlns:a16="http://schemas.microsoft.com/office/drawing/2014/main" id="{7912BFA2-6A8A-4A81-CC3B-4D2AA654F4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31152" y="357264"/>
              <a:ext cx="1720121" cy="1720121"/>
            </a:xfrm>
            <a:prstGeom prst="rect">
              <a:avLst/>
            </a:prstGeom>
          </p:spPr>
        </p:pic>
        <p:pic>
          <p:nvPicPr>
            <p:cNvPr id="76" name="Graphic 75" descr="Male profile with solid fill">
              <a:extLst>
                <a:ext uri="{FF2B5EF4-FFF2-40B4-BE49-F238E27FC236}">
                  <a16:creationId xmlns:a16="http://schemas.microsoft.com/office/drawing/2014/main" id="{262B6EAF-335F-9B65-9A1A-9817C503F4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40657" y="357262"/>
              <a:ext cx="1720121" cy="1720121"/>
            </a:xfrm>
            <a:prstGeom prst="rect">
              <a:avLst/>
            </a:prstGeom>
          </p:spPr>
        </p:pic>
        <p:pic>
          <p:nvPicPr>
            <p:cNvPr id="77" name="Graphic 76" descr="Male profile with solid fill">
              <a:extLst>
                <a:ext uri="{FF2B5EF4-FFF2-40B4-BE49-F238E27FC236}">
                  <a16:creationId xmlns:a16="http://schemas.microsoft.com/office/drawing/2014/main" id="{A789A6C6-4477-44EA-5A62-F0A4B973AC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624120" y="357261"/>
              <a:ext cx="1720121" cy="1720121"/>
            </a:xfrm>
            <a:prstGeom prst="rect">
              <a:avLst/>
            </a:prstGeom>
          </p:spPr>
        </p:pic>
        <p:pic>
          <p:nvPicPr>
            <p:cNvPr id="78" name="Graphic 77" descr="Male profile with solid fill">
              <a:extLst>
                <a:ext uri="{FF2B5EF4-FFF2-40B4-BE49-F238E27FC236}">
                  <a16:creationId xmlns:a16="http://schemas.microsoft.com/office/drawing/2014/main" id="{63468723-4716-CA4C-5A5A-0CDA6E4CDD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27055" y="357262"/>
              <a:ext cx="1720121" cy="1720121"/>
            </a:xfrm>
            <a:prstGeom prst="rect">
              <a:avLst/>
            </a:prstGeom>
          </p:spPr>
        </p:pic>
        <p:pic>
          <p:nvPicPr>
            <p:cNvPr id="79" name="Graphic 78" descr="Male profile with solid fill">
              <a:extLst>
                <a:ext uri="{FF2B5EF4-FFF2-40B4-BE49-F238E27FC236}">
                  <a16:creationId xmlns:a16="http://schemas.microsoft.com/office/drawing/2014/main" id="{572BAF19-7705-37F4-DD0A-0D70812DE8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56408" y="357261"/>
              <a:ext cx="1720121" cy="1720121"/>
            </a:xfrm>
            <a:prstGeom prst="rect">
              <a:avLst/>
            </a:prstGeom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F330C-225E-D524-C7CF-D407AFD62A2A}"/>
                </a:ext>
              </a:extLst>
            </p:cNvPr>
            <p:cNvSpPr txBox="1"/>
            <p:nvPr/>
          </p:nvSpPr>
          <p:spPr>
            <a:xfrm>
              <a:off x="266700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FB75D3E-54F8-4F7B-5AB6-CABA8B37D638}"/>
                </a:ext>
              </a:extLst>
            </p:cNvPr>
            <p:cNvSpPr txBox="1"/>
            <p:nvPr/>
          </p:nvSpPr>
          <p:spPr>
            <a:xfrm>
              <a:off x="1455228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2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2D9EC3FA-578A-DD01-7054-813A0DBFD2B5}"/>
                </a:ext>
              </a:extLst>
            </p:cNvPr>
            <p:cNvSpPr txBox="1"/>
            <p:nvPr/>
          </p:nvSpPr>
          <p:spPr>
            <a:xfrm>
              <a:off x="2642599" y="1871047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1C9EBE2-0F92-73B9-0DB5-C29B30B6EF5E}"/>
                </a:ext>
              </a:extLst>
            </p:cNvPr>
            <p:cNvSpPr txBox="1"/>
            <p:nvPr/>
          </p:nvSpPr>
          <p:spPr>
            <a:xfrm>
              <a:off x="3826063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4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6ED32A33-8D02-1D7A-CA6E-70B4AD4861A4}"/>
                </a:ext>
              </a:extLst>
            </p:cNvPr>
            <p:cNvSpPr txBox="1"/>
            <p:nvPr/>
          </p:nvSpPr>
          <p:spPr>
            <a:xfrm>
              <a:off x="5001712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5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691ABA7-0982-43CC-8AB8-7DC3C3BC6E21}"/>
                </a:ext>
              </a:extLst>
            </p:cNvPr>
            <p:cNvSpPr txBox="1"/>
            <p:nvPr/>
          </p:nvSpPr>
          <p:spPr>
            <a:xfrm>
              <a:off x="6185175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6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9038AD0-7296-DF0E-5891-332DAEF6167F}"/>
                </a:ext>
              </a:extLst>
            </p:cNvPr>
            <p:cNvSpPr txBox="1"/>
            <p:nvPr/>
          </p:nvSpPr>
          <p:spPr>
            <a:xfrm>
              <a:off x="7368641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7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F6563A50-FCF3-C907-129B-FF2850EC362B}"/>
                </a:ext>
              </a:extLst>
            </p:cNvPr>
            <p:cNvSpPr txBox="1"/>
            <p:nvPr/>
          </p:nvSpPr>
          <p:spPr>
            <a:xfrm>
              <a:off x="8552103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8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58C0E41-2ED1-C453-3B8B-E7412561F316}"/>
                </a:ext>
              </a:extLst>
            </p:cNvPr>
            <p:cNvSpPr txBox="1"/>
            <p:nvPr/>
          </p:nvSpPr>
          <p:spPr>
            <a:xfrm>
              <a:off x="9735567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9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C6A83E6-F592-2685-9E14-C596CA098797}"/>
                </a:ext>
              </a:extLst>
            </p:cNvPr>
            <p:cNvSpPr txBox="1"/>
            <p:nvPr/>
          </p:nvSpPr>
          <p:spPr>
            <a:xfrm>
              <a:off x="10919031" y="1866900"/>
              <a:ext cx="11303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O" sz="1100" dirty="0">
                  <a:solidFill>
                    <a:schemeClr val="bg2">
                      <a:lumMod val="50000"/>
                    </a:schemeClr>
                  </a:solidFill>
                </a:rPr>
                <a:t>10</a:t>
              </a: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0B39D227-BD72-CA3A-69B3-755D9B8A5610}"/>
              </a:ext>
            </a:extLst>
          </p:cNvPr>
          <p:cNvGrpSpPr/>
          <p:nvPr/>
        </p:nvGrpSpPr>
        <p:grpSpPr>
          <a:xfrm>
            <a:off x="-117019" y="4132267"/>
            <a:ext cx="12444979" cy="1780819"/>
            <a:chOff x="-117019" y="4132267"/>
            <a:chExt cx="12444979" cy="1780819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0B94E822-8355-1826-EF5F-C8D5E84E6EF4}"/>
                </a:ext>
              </a:extLst>
            </p:cNvPr>
            <p:cNvGrpSpPr/>
            <p:nvPr/>
          </p:nvGrpSpPr>
          <p:grpSpPr>
            <a:xfrm>
              <a:off x="204107" y="5647329"/>
              <a:ext cx="11782631" cy="265757"/>
              <a:chOff x="266700" y="1866900"/>
              <a:chExt cx="11782631" cy="265757"/>
            </a:xfrm>
          </p:grpSpPr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170346-E639-654F-90F1-B3ADB24303BF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4EED0614-B29F-7F4A-AB0D-969EDE68F0AE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A11073E-CC1C-540D-B163-3A5F2F3FC26E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A13DFF77-4720-75B0-DA30-CB47750F6E0A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30470157-2510-397E-1CD7-6404093C0223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E583859E-2EED-2979-E087-E7D884523B0B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CC5CC236-0ED2-CB0F-9E0B-95F48E7DF6BA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0D8D34B7-F89A-C5D5-84EF-651BF02DC9FC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7977B229-2F19-8160-C646-6C58EB2D0082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6FBE3D36-71E9-4F2F-EA3F-8E01744FB683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  <p:pic>
          <p:nvPicPr>
            <p:cNvPr id="112" name="Graphic 111" descr="User with solid fill">
              <a:extLst>
                <a:ext uri="{FF2B5EF4-FFF2-40B4-BE49-F238E27FC236}">
                  <a16:creationId xmlns:a16="http://schemas.microsoft.com/office/drawing/2014/main" id="{FE426E01-A11B-834C-5D67-C6E77B92E9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643869" y="4133608"/>
              <a:ext cx="1720800" cy="1720800"/>
            </a:xfrm>
            <a:prstGeom prst="rect">
              <a:avLst/>
            </a:prstGeom>
          </p:spPr>
        </p:pic>
        <p:pic>
          <p:nvPicPr>
            <p:cNvPr id="113" name="Graphic 112" descr="User with solid fill">
              <a:extLst>
                <a:ext uri="{FF2B5EF4-FFF2-40B4-BE49-F238E27FC236}">
                  <a16:creationId xmlns:a16="http://schemas.microsoft.com/office/drawing/2014/main" id="{E5E6E281-0C8D-7E84-254A-0F86CD6FF4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46415" y="4133547"/>
              <a:ext cx="1720800" cy="1720800"/>
            </a:xfrm>
            <a:prstGeom prst="rect">
              <a:avLst/>
            </a:prstGeom>
          </p:spPr>
        </p:pic>
        <p:pic>
          <p:nvPicPr>
            <p:cNvPr id="114" name="Graphic 113" descr="User with solid fill">
              <a:extLst>
                <a:ext uri="{FF2B5EF4-FFF2-40B4-BE49-F238E27FC236}">
                  <a16:creationId xmlns:a16="http://schemas.microsoft.com/office/drawing/2014/main" id="{23127818-B352-3DD4-3C90-68DA3514FF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66167" y="4132267"/>
              <a:ext cx="1720800" cy="1720800"/>
            </a:xfrm>
            <a:prstGeom prst="rect">
              <a:avLst/>
            </a:prstGeom>
          </p:spPr>
        </p:pic>
        <p:pic>
          <p:nvPicPr>
            <p:cNvPr id="115" name="Graphic 114" descr="User with solid fill">
              <a:extLst>
                <a:ext uri="{FF2B5EF4-FFF2-40B4-BE49-F238E27FC236}">
                  <a16:creationId xmlns:a16="http://schemas.microsoft.com/office/drawing/2014/main" id="{C2806E51-11B4-601A-FD14-B0FAB03D01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72795" y="4133608"/>
              <a:ext cx="1720800" cy="1720800"/>
            </a:xfrm>
            <a:prstGeom prst="rect">
              <a:avLst/>
            </a:prstGeom>
          </p:spPr>
        </p:pic>
        <p:pic>
          <p:nvPicPr>
            <p:cNvPr id="117" name="Graphic 116" descr="User with solid fill">
              <a:extLst>
                <a:ext uri="{FF2B5EF4-FFF2-40B4-BE49-F238E27FC236}">
                  <a16:creationId xmlns:a16="http://schemas.microsoft.com/office/drawing/2014/main" id="{41D8ABA1-AEE7-5D40-A62D-9374836501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117019" y="4133547"/>
              <a:ext cx="1720800" cy="1720800"/>
            </a:xfrm>
            <a:prstGeom prst="rect">
              <a:avLst/>
            </a:prstGeom>
          </p:spPr>
        </p:pic>
        <p:pic>
          <p:nvPicPr>
            <p:cNvPr id="118" name="Graphic 117" descr="User with solid fill">
              <a:extLst>
                <a:ext uri="{FF2B5EF4-FFF2-40B4-BE49-F238E27FC236}">
                  <a16:creationId xmlns:a16="http://schemas.microsoft.com/office/drawing/2014/main" id="{48958829-BE99-76C6-6B34-847470A486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07160" y="4137690"/>
              <a:ext cx="1720800" cy="1720800"/>
            </a:xfrm>
            <a:prstGeom prst="rect">
              <a:avLst/>
            </a:prstGeom>
          </p:spPr>
        </p:pic>
        <p:pic>
          <p:nvPicPr>
            <p:cNvPr id="119" name="Graphic 118" descr="User with solid fill">
              <a:extLst>
                <a:ext uri="{FF2B5EF4-FFF2-40B4-BE49-F238E27FC236}">
                  <a16:creationId xmlns:a16="http://schemas.microsoft.com/office/drawing/2014/main" id="{A8886012-2B3C-346C-759E-E73892D7F0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409706" y="4133547"/>
              <a:ext cx="1720800" cy="1720800"/>
            </a:xfrm>
            <a:prstGeom prst="rect">
              <a:avLst/>
            </a:prstGeom>
          </p:spPr>
        </p:pic>
        <p:pic>
          <p:nvPicPr>
            <p:cNvPr id="120" name="Graphic 119" descr="User with solid fill">
              <a:extLst>
                <a:ext uri="{FF2B5EF4-FFF2-40B4-BE49-F238E27FC236}">
                  <a16:creationId xmlns:a16="http://schemas.microsoft.com/office/drawing/2014/main" id="{F9E462BB-B7AE-0356-12E0-5AB7A77C86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33540" y="4137629"/>
              <a:ext cx="1720800" cy="1720800"/>
            </a:xfrm>
            <a:prstGeom prst="rect">
              <a:avLst/>
            </a:prstGeom>
          </p:spPr>
        </p:pic>
        <p:pic>
          <p:nvPicPr>
            <p:cNvPr id="121" name="Graphic 120" descr="User with solid fill">
              <a:extLst>
                <a:ext uri="{FF2B5EF4-FFF2-40B4-BE49-F238E27FC236}">
                  <a16:creationId xmlns:a16="http://schemas.microsoft.com/office/drawing/2014/main" id="{7B4C1680-9267-5FC3-D947-C768FD9BBF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036086" y="4137690"/>
              <a:ext cx="1720800" cy="1720800"/>
            </a:xfrm>
            <a:prstGeom prst="rect">
              <a:avLst/>
            </a:prstGeom>
          </p:spPr>
        </p:pic>
        <p:pic>
          <p:nvPicPr>
            <p:cNvPr id="122" name="Graphic 121" descr="User with solid fill">
              <a:extLst>
                <a:ext uri="{FF2B5EF4-FFF2-40B4-BE49-F238E27FC236}">
                  <a16:creationId xmlns:a16="http://schemas.microsoft.com/office/drawing/2014/main" id="{A1E716EA-DB94-DA2F-C99E-FBBDB638A8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846272" y="4132267"/>
              <a:ext cx="1720800" cy="172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6888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9092F-1C74-7C20-27BC-37C906124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41E1CB-4A1B-4F0C-A427-3C4ADB6B72C5}"/>
              </a:ext>
            </a:extLst>
          </p:cNvPr>
          <p:cNvGrpSpPr/>
          <p:nvPr/>
        </p:nvGrpSpPr>
        <p:grpSpPr>
          <a:xfrm>
            <a:off x="0" y="2362242"/>
            <a:ext cx="12371296" cy="1830666"/>
            <a:chOff x="0" y="2949948"/>
            <a:chExt cx="12371296" cy="183066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50CBD22-63B7-9E50-3CA0-65BB3D95E202}"/>
                </a:ext>
              </a:extLst>
            </p:cNvPr>
            <p:cNvSpPr/>
            <p:nvPr/>
          </p:nvSpPr>
          <p:spPr>
            <a:xfrm>
              <a:off x="5016056" y="2949948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107A4BB9-DC88-EAB2-484F-4BA6ED7748FB}"/>
                </a:ext>
              </a:extLst>
            </p:cNvPr>
            <p:cNvGrpSpPr/>
            <p:nvPr/>
          </p:nvGrpSpPr>
          <p:grpSpPr>
            <a:xfrm>
              <a:off x="0" y="2949948"/>
              <a:ext cx="12371296" cy="1775396"/>
              <a:chOff x="-27055" y="357261"/>
              <a:chExt cx="12371296" cy="1775396"/>
            </a:xfrm>
          </p:grpSpPr>
          <p:pic>
            <p:nvPicPr>
              <p:cNvPr id="39" name="Graphic 38" descr="Male profile with solid fill">
                <a:extLst>
                  <a:ext uri="{FF2B5EF4-FFF2-40B4-BE49-F238E27FC236}">
                    <a16:creationId xmlns:a16="http://schemas.microsoft.com/office/drawing/2014/main" id="{1924A9D1-426F-545C-6489-3223C6888D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706802" y="35726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0" name="Graphic 39" descr="Male profile with solid fill">
                <a:extLst>
                  <a:ext uri="{FF2B5EF4-FFF2-40B4-BE49-F238E27FC236}">
                    <a16:creationId xmlns:a16="http://schemas.microsoft.com/office/drawing/2014/main" id="{C558768A-4582-F8A7-5769-A6D0622EFD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890265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1" name="Graphic 40" descr="Male profile with solid fill">
                <a:extLst>
                  <a:ext uri="{FF2B5EF4-FFF2-40B4-BE49-F238E27FC236}">
                    <a16:creationId xmlns:a16="http://schemas.microsoft.com/office/drawing/2014/main" id="{2272B420-1C79-0E33-3340-5F8654931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073731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2" name="Graphic 41" descr="Male profile with solid fill">
                <a:extLst>
                  <a:ext uri="{FF2B5EF4-FFF2-40B4-BE49-F238E27FC236}">
                    <a16:creationId xmlns:a16="http://schemas.microsoft.com/office/drawing/2014/main" id="{9FCF58B7-7672-395A-8DCF-19E0FC4A16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257194" y="357263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3" name="Graphic 42" descr="Male profile with solid fill">
                <a:extLst>
                  <a:ext uri="{FF2B5EF4-FFF2-40B4-BE49-F238E27FC236}">
                    <a16:creationId xmlns:a16="http://schemas.microsoft.com/office/drawing/2014/main" id="{9A2FA5D6-1783-BC10-E52D-7B2230AF44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347689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4" name="Graphic 43" descr="Male profile with solid fill">
                <a:extLst>
                  <a:ext uri="{FF2B5EF4-FFF2-40B4-BE49-F238E27FC236}">
                    <a16:creationId xmlns:a16="http://schemas.microsoft.com/office/drawing/2014/main" id="{CA652B5E-F8BF-8C86-7D68-7D18483059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531152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5" name="Graphic 44" descr="Male profile with solid fill">
                <a:extLst>
                  <a:ext uri="{FF2B5EF4-FFF2-40B4-BE49-F238E27FC236}">
                    <a16:creationId xmlns:a16="http://schemas.microsoft.com/office/drawing/2014/main" id="{8420FDC4-FF82-FC67-5D2D-2C3735501A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9440657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6" name="Graphic 45" descr="Male profile with solid fill">
                <a:extLst>
                  <a:ext uri="{FF2B5EF4-FFF2-40B4-BE49-F238E27FC236}">
                    <a16:creationId xmlns:a16="http://schemas.microsoft.com/office/drawing/2014/main" id="{95C3E261-A7C2-FABC-0545-D8E32315DF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624120" y="357261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7" name="Graphic 46" descr="Male profile with solid fill">
                <a:extLst>
                  <a:ext uri="{FF2B5EF4-FFF2-40B4-BE49-F238E27FC236}">
                    <a16:creationId xmlns:a16="http://schemas.microsoft.com/office/drawing/2014/main" id="{9E156285-AF56-D294-A47D-75E16B54CA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-27055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8" name="Graphic 47" descr="Male profile with solid fill">
                <a:extLst>
                  <a:ext uri="{FF2B5EF4-FFF2-40B4-BE49-F238E27FC236}">
                    <a16:creationId xmlns:a16="http://schemas.microsoft.com/office/drawing/2014/main" id="{3EA5547F-D742-0A7E-27F1-5687BF40DF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56408" y="357261"/>
                <a:ext cx="1720121" cy="1720121"/>
              </a:xfrm>
              <a:prstGeom prst="rect">
                <a:avLst/>
              </a:prstGeom>
            </p:spPr>
          </p:pic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F6114F8-838B-8635-E3A4-50CCD8DCD549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E02C928-97FF-E37D-9F76-95D853B4FDAC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BFD80FE-9D0E-D1DA-A502-08569AAED325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49A45E-BB64-7B74-B880-6B9285F0E991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E66A42A-85A3-A125-AAE9-D38355821471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107E343-A284-5C31-F9C4-CFFD04D74D69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95210C4-7831-8815-7BFB-2586C1E867AF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0530B8E-DB37-1F4B-191E-8BC3DB3A2087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73D00DC-4B1B-C5A8-DE11-1F0B0CA5C519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CC108E3-B8CF-B3DF-CA95-A294B124CD04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9DC089A-BB57-89C1-AF9F-F26241B6901F}"/>
              </a:ext>
            </a:extLst>
          </p:cNvPr>
          <p:cNvGrpSpPr/>
          <p:nvPr/>
        </p:nvGrpSpPr>
        <p:grpSpPr>
          <a:xfrm>
            <a:off x="-43336" y="301983"/>
            <a:ext cx="12404407" cy="1830674"/>
            <a:chOff x="-43336" y="301983"/>
            <a:chExt cx="12404407" cy="1830674"/>
          </a:xfrm>
        </p:grpSpPr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8EF9A45F-7561-3017-6B42-23429D7D2B8E}"/>
                </a:ext>
              </a:extLst>
            </p:cNvPr>
            <p:cNvSpPr/>
            <p:nvPr/>
          </p:nvSpPr>
          <p:spPr>
            <a:xfrm>
              <a:off x="4984499" y="301983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6F70927E-BA7C-0309-C880-DF19978FC34E}"/>
                </a:ext>
              </a:extLst>
            </p:cNvPr>
            <p:cNvGrpSpPr/>
            <p:nvPr/>
          </p:nvGrpSpPr>
          <p:grpSpPr>
            <a:xfrm>
              <a:off x="-43336" y="357256"/>
              <a:ext cx="12404407" cy="1775401"/>
              <a:chOff x="-43336" y="357256"/>
              <a:chExt cx="12404407" cy="1775401"/>
            </a:xfrm>
          </p:grpSpPr>
          <p:pic>
            <p:nvPicPr>
              <p:cNvPr id="73" name="Graphic 72" descr="Female Profile with solid fill">
                <a:extLst>
                  <a:ext uri="{FF2B5EF4-FFF2-40B4-BE49-F238E27FC236}">
                    <a16:creationId xmlns:a16="http://schemas.microsoft.com/office/drawing/2014/main" id="{69FAFA05-0078-9E36-B9E7-788C68838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515357" y="357260"/>
                <a:ext cx="1720121" cy="1720121"/>
              </a:xfrm>
              <a:prstGeom prst="rect">
                <a:avLst/>
              </a:prstGeom>
            </p:spPr>
          </p:pic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29046F87-629F-10E2-A858-570DDFBBA1CD}"/>
                  </a:ext>
                </a:extLst>
              </p:cNvPr>
              <p:cNvGrpSpPr/>
              <p:nvPr/>
            </p:nvGrpSpPr>
            <p:grpSpPr>
              <a:xfrm>
                <a:off x="266700" y="1866900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3E276994-DF67-B803-6583-936EF0D8A28F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E0F7E37-2152-C6B6-0B3E-7847014C9EE8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04E1B350-1BE3-E4C9-D684-6433411C89C9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9314D7B2-2689-29E6-8253-6903F28F318C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58F0D4B1-5340-31A8-5679-13433900D036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DD6347A8-6A48-49AD-9EA2-C8871EBB5267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BDA05AF5-E029-4DF4-0352-39E88F1DA6BF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14140E33-DCB9-B3E5-62D6-12126CF528E3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A5F30610-3CC1-BE37-A830-DFD5EFF448C8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3C3C807F-29E3-9C35-A835-24ED67DD6BC3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75" name="Graphic 74" descr="Female Profile with solid fill">
                <a:extLst>
                  <a:ext uri="{FF2B5EF4-FFF2-40B4-BE49-F238E27FC236}">
                    <a16:creationId xmlns:a16="http://schemas.microsoft.com/office/drawing/2014/main" id="{AB1B9B47-E9E9-C88A-A488-F2512358FA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340007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6" name="Graphic 75" descr="Female Profile with solid fill">
                <a:extLst>
                  <a:ext uri="{FF2B5EF4-FFF2-40B4-BE49-F238E27FC236}">
                    <a16:creationId xmlns:a16="http://schemas.microsoft.com/office/drawing/2014/main" id="{5C4DED19-502D-DD44-AB63-027E38D86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145662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7" name="Graphic 76" descr="Female Profile with solid fill">
                <a:extLst>
                  <a:ext uri="{FF2B5EF4-FFF2-40B4-BE49-F238E27FC236}">
                    <a16:creationId xmlns:a16="http://schemas.microsoft.com/office/drawing/2014/main" id="{20E01028-A546-27D5-1797-3F8063B1A8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-43336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8" name="Graphic 77" descr="Female Profile with solid fill">
                <a:extLst>
                  <a:ext uri="{FF2B5EF4-FFF2-40B4-BE49-F238E27FC236}">
                    <a16:creationId xmlns:a16="http://schemas.microsoft.com/office/drawing/2014/main" id="{1337CB1F-5C5F-A1A0-5A55-D44B928AF1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88996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9" name="Graphic 78" descr="Female Profile with solid fill">
                <a:extLst>
                  <a:ext uri="{FF2B5EF4-FFF2-40B4-BE49-F238E27FC236}">
                    <a16:creationId xmlns:a16="http://schemas.microsoft.com/office/drawing/2014/main" id="{26AFEC09-DB44-2AB4-06BC-BFAEA1EC56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71461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0" name="Graphic 79" descr="Female Profile with solid fill">
                <a:extLst>
                  <a:ext uri="{FF2B5EF4-FFF2-40B4-BE49-F238E27FC236}">
                    <a16:creationId xmlns:a16="http://schemas.microsoft.com/office/drawing/2014/main" id="{09DFD2E7-F6D5-34F4-99BB-B9C5ED9AD7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266339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1" name="Graphic 80" descr="Female Profile with solid fill">
                <a:extLst>
                  <a:ext uri="{FF2B5EF4-FFF2-40B4-BE49-F238E27FC236}">
                    <a16:creationId xmlns:a16="http://schemas.microsoft.com/office/drawing/2014/main" id="{F6A3F1F3-E77B-74D3-0F0A-9C3C1BBDBD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77341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2" name="Graphic 81" descr="Female Profile with solid fill">
                <a:extLst>
                  <a:ext uri="{FF2B5EF4-FFF2-40B4-BE49-F238E27FC236}">
                    <a16:creationId xmlns:a16="http://schemas.microsoft.com/office/drawing/2014/main" id="{24F37AC1-92E3-61CB-84A0-DDF78957E4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40950" y="35725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3" name="Graphic 82" descr="Female Profile with solid fill">
                <a:extLst>
                  <a:ext uri="{FF2B5EF4-FFF2-40B4-BE49-F238E27FC236}">
                    <a16:creationId xmlns:a16="http://schemas.microsoft.com/office/drawing/2014/main" id="{3785289E-72D0-B26D-24AB-10578064BA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451952" y="357256"/>
                <a:ext cx="1720121" cy="1720121"/>
              </a:xfrm>
              <a:prstGeom prst="rect">
                <a:avLst/>
              </a:prstGeom>
            </p:spPr>
          </p:pic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0B62A8B-DDC3-B104-C1E0-361839623085}"/>
              </a:ext>
            </a:extLst>
          </p:cNvPr>
          <p:cNvGrpSpPr/>
          <p:nvPr/>
        </p:nvGrpSpPr>
        <p:grpSpPr>
          <a:xfrm>
            <a:off x="25795" y="4422493"/>
            <a:ext cx="12444979" cy="1891307"/>
            <a:chOff x="25795" y="4422493"/>
            <a:chExt cx="12444979" cy="1891307"/>
          </a:xfrm>
        </p:grpSpPr>
        <p:sp>
          <p:nvSpPr>
            <p:cNvPr id="117" name="Rounded Rectangle 116">
              <a:extLst>
                <a:ext uri="{FF2B5EF4-FFF2-40B4-BE49-F238E27FC236}">
                  <a16:creationId xmlns:a16="http://schemas.microsoft.com/office/drawing/2014/main" id="{1989296F-67FD-881D-F5FF-91BAF2B5A911}"/>
                </a:ext>
              </a:extLst>
            </p:cNvPr>
            <p:cNvSpPr/>
            <p:nvPr/>
          </p:nvSpPr>
          <p:spPr>
            <a:xfrm>
              <a:off x="5070366" y="4483134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0A6ADFD-C7E7-6A26-1B1C-8BA1E6BB8397}"/>
                </a:ext>
              </a:extLst>
            </p:cNvPr>
            <p:cNvGrpSpPr/>
            <p:nvPr/>
          </p:nvGrpSpPr>
          <p:grpSpPr>
            <a:xfrm>
              <a:off x="25795" y="4422493"/>
              <a:ext cx="12444979" cy="1780819"/>
              <a:chOff x="-117019" y="4132267"/>
              <a:chExt cx="12444979" cy="1780819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174255D6-761C-B2B4-9F7C-AB7DAB810DC0}"/>
                  </a:ext>
                </a:extLst>
              </p:cNvPr>
              <p:cNvGrpSpPr/>
              <p:nvPr/>
            </p:nvGrpSpPr>
            <p:grpSpPr>
              <a:xfrm>
                <a:off x="204107" y="5647329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9FB8A76D-CBBA-16A3-D6E6-B51FBEDED1AB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6B66213B-7451-6A86-09FC-E6B9454CB58D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07EF2AA2-6E66-1F9D-0CF5-784617EAFDD6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2D807CF9-5C23-D057-440E-C6DED2B550F0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834DE576-8E0A-8518-C5C5-0FDEDC4102F8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F0B0B969-D676-BABB-F201-799FE4CC09EB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AA691E71-1E5A-B660-2BE8-9D2D22758F1E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61540518-E1A3-81FE-1E67-2CB80EE8979E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B6EFAA54-B6C3-EF97-8639-B8BAA2EFAD8C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1737C96A-BE88-801F-E542-5FF9666068E1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96" name="Graphic 95" descr="User with solid fill">
                <a:extLst>
                  <a:ext uri="{FF2B5EF4-FFF2-40B4-BE49-F238E27FC236}">
                    <a16:creationId xmlns:a16="http://schemas.microsoft.com/office/drawing/2014/main" id="{53FDE945-3187-B6AF-607C-FFE1EF858A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643869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7" name="Graphic 96" descr="User with solid fill">
                <a:extLst>
                  <a:ext uri="{FF2B5EF4-FFF2-40B4-BE49-F238E27FC236}">
                    <a16:creationId xmlns:a16="http://schemas.microsoft.com/office/drawing/2014/main" id="{C33659D7-63C0-FE0E-4A25-D657EF1396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446415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8" name="Graphic 97" descr="User with solid fill">
                <a:extLst>
                  <a:ext uri="{FF2B5EF4-FFF2-40B4-BE49-F238E27FC236}">
                    <a16:creationId xmlns:a16="http://schemas.microsoft.com/office/drawing/2014/main" id="{35801155-A2D2-8910-847C-BEC65D33C4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266167" y="413226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9" name="Graphic 98" descr="User with solid fill">
                <a:extLst>
                  <a:ext uri="{FF2B5EF4-FFF2-40B4-BE49-F238E27FC236}">
                    <a16:creationId xmlns:a16="http://schemas.microsoft.com/office/drawing/2014/main" id="{01CF4287-0F4F-EE46-5BAE-3B21F8654E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72795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0" name="Graphic 99" descr="User with solid fill">
                <a:extLst>
                  <a:ext uri="{FF2B5EF4-FFF2-40B4-BE49-F238E27FC236}">
                    <a16:creationId xmlns:a16="http://schemas.microsoft.com/office/drawing/2014/main" id="{BEF78F41-8924-4E02-31E7-BE8613117B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-117019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1" name="Graphic 100" descr="User with solid fill">
                <a:extLst>
                  <a:ext uri="{FF2B5EF4-FFF2-40B4-BE49-F238E27FC236}">
                    <a16:creationId xmlns:a16="http://schemas.microsoft.com/office/drawing/2014/main" id="{24F6A413-C57A-D792-F313-C2B62CFD29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607160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2" name="Graphic 101" descr="User with solid fill">
                <a:extLst>
                  <a:ext uri="{FF2B5EF4-FFF2-40B4-BE49-F238E27FC236}">
                    <a16:creationId xmlns:a16="http://schemas.microsoft.com/office/drawing/2014/main" id="{D7CAFB3D-3910-F61F-B003-DB7CD01955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409706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3" name="Graphic 102" descr="User with solid fill">
                <a:extLst>
                  <a:ext uri="{FF2B5EF4-FFF2-40B4-BE49-F238E27FC236}">
                    <a16:creationId xmlns:a16="http://schemas.microsoft.com/office/drawing/2014/main" id="{C9434CB5-EA79-549D-0242-CE63D9EEB6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233540" y="4137629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4" name="Graphic 103" descr="User with solid fill">
                <a:extLst>
                  <a:ext uri="{FF2B5EF4-FFF2-40B4-BE49-F238E27FC236}">
                    <a16:creationId xmlns:a16="http://schemas.microsoft.com/office/drawing/2014/main" id="{AE3B3F48-590C-650D-D49F-AB397E5601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036086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5" name="Graphic 104" descr="User with solid fill">
                <a:extLst>
                  <a:ext uri="{FF2B5EF4-FFF2-40B4-BE49-F238E27FC236}">
                    <a16:creationId xmlns:a16="http://schemas.microsoft.com/office/drawing/2014/main" id="{6C5DD295-570C-1474-48A2-065222C67C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846272" y="4132267"/>
                <a:ext cx="1720800" cy="1720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239423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F108B-CC0A-58E1-BABE-0297F854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0E2BDF09-C590-1696-7A03-A600CD15A956}"/>
              </a:ext>
            </a:extLst>
          </p:cNvPr>
          <p:cNvGrpSpPr/>
          <p:nvPr/>
        </p:nvGrpSpPr>
        <p:grpSpPr>
          <a:xfrm>
            <a:off x="0" y="2362242"/>
            <a:ext cx="12371296" cy="1830666"/>
            <a:chOff x="0" y="2949948"/>
            <a:chExt cx="12371296" cy="183066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B4166F4-C5CA-F881-3151-4DADFF3A0AFD}"/>
                </a:ext>
              </a:extLst>
            </p:cNvPr>
            <p:cNvSpPr/>
            <p:nvPr/>
          </p:nvSpPr>
          <p:spPr>
            <a:xfrm>
              <a:off x="5016056" y="2949948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839F2D2-B83E-9BBA-285E-7D31344E18D9}"/>
                </a:ext>
              </a:extLst>
            </p:cNvPr>
            <p:cNvGrpSpPr/>
            <p:nvPr/>
          </p:nvGrpSpPr>
          <p:grpSpPr>
            <a:xfrm>
              <a:off x="0" y="2949948"/>
              <a:ext cx="12371296" cy="1775396"/>
              <a:chOff x="-27055" y="357261"/>
              <a:chExt cx="12371296" cy="1775396"/>
            </a:xfrm>
          </p:grpSpPr>
          <p:pic>
            <p:nvPicPr>
              <p:cNvPr id="39" name="Graphic 38" descr="Male profile with solid fill">
                <a:extLst>
                  <a:ext uri="{FF2B5EF4-FFF2-40B4-BE49-F238E27FC236}">
                    <a16:creationId xmlns:a16="http://schemas.microsoft.com/office/drawing/2014/main" id="{3D4AE8E2-FDEB-0F55-19CA-E8DE7788CD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706802" y="35726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0" name="Graphic 39" descr="Male profile with solid fill">
                <a:extLst>
                  <a:ext uri="{FF2B5EF4-FFF2-40B4-BE49-F238E27FC236}">
                    <a16:creationId xmlns:a16="http://schemas.microsoft.com/office/drawing/2014/main" id="{F92A2398-B970-B029-B840-FA7F64FEFE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890265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1" name="Graphic 40" descr="Male profile with solid fill">
                <a:extLst>
                  <a:ext uri="{FF2B5EF4-FFF2-40B4-BE49-F238E27FC236}">
                    <a16:creationId xmlns:a16="http://schemas.microsoft.com/office/drawing/2014/main" id="{6C92CD81-04ED-B9C9-8961-0863A82B80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073731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2" name="Graphic 41" descr="Male profile with solid fill">
                <a:extLst>
                  <a:ext uri="{FF2B5EF4-FFF2-40B4-BE49-F238E27FC236}">
                    <a16:creationId xmlns:a16="http://schemas.microsoft.com/office/drawing/2014/main" id="{09A0CC6A-916C-A947-499C-04697B382F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257194" y="357263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3" name="Graphic 42" descr="Male profile with solid fill">
                <a:extLst>
                  <a:ext uri="{FF2B5EF4-FFF2-40B4-BE49-F238E27FC236}">
                    <a16:creationId xmlns:a16="http://schemas.microsoft.com/office/drawing/2014/main" id="{C38363A4-588B-FCD7-E434-5C4E5BDB3E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347689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4" name="Graphic 43" descr="Male profile with solid fill">
                <a:extLst>
                  <a:ext uri="{FF2B5EF4-FFF2-40B4-BE49-F238E27FC236}">
                    <a16:creationId xmlns:a16="http://schemas.microsoft.com/office/drawing/2014/main" id="{29A27A72-BB0A-9A4A-4A12-3AA93CFB1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531152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5" name="Graphic 44" descr="Male profile with solid fill">
                <a:extLst>
                  <a:ext uri="{FF2B5EF4-FFF2-40B4-BE49-F238E27FC236}">
                    <a16:creationId xmlns:a16="http://schemas.microsoft.com/office/drawing/2014/main" id="{D35C6699-0EFB-0E83-7AA2-E1EA290931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9440657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6" name="Graphic 45" descr="Male profile with solid fill">
                <a:extLst>
                  <a:ext uri="{FF2B5EF4-FFF2-40B4-BE49-F238E27FC236}">
                    <a16:creationId xmlns:a16="http://schemas.microsoft.com/office/drawing/2014/main" id="{CA0F9D41-F1FC-A368-37D6-16D021A5F6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624120" y="357261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7" name="Graphic 46" descr="Male profile with solid fill">
                <a:extLst>
                  <a:ext uri="{FF2B5EF4-FFF2-40B4-BE49-F238E27FC236}">
                    <a16:creationId xmlns:a16="http://schemas.microsoft.com/office/drawing/2014/main" id="{44B1651D-562E-B1B2-1BED-BD57D8E15A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-27055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8" name="Graphic 47" descr="Male profile with solid fill">
                <a:extLst>
                  <a:ext uri="{FF2B5EF4-FFF2-40B4-BE49-F238E27FC236}">
                    <a16:creationId xmlns:a16="http://schemas.microsoft.com/office/drawing/2014/main" id="{2198C737-9B04-964D-2849-F11FB5E2FB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56408" y="357261"/>
                <a:ext cx="1720121" cy="1720121"/>
              </a:xfrm>
              <a:prstGeom prst="rect">
                <a:avLst/>
              </a:prstGeom>
            </p:spPr>
          </p:pic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A28E060-C214-CFB6-F9D4-777C9B831120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E1D036E-C6DE-0854-09BB-65B92D0D4A3B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93146F5-86A3-38F8-E541-52B8F4F342D0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E99025-3BE1-061E-CE85-A84210CE7F06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CFEFC27-1A1E-69CA-1FF1-D65CE81E3497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FBDBB0-03ED-A15F-DFB8-3300D6C62F45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68D821B-42C3-CE52-AD29-6660367A72C1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2E08A66-1768-0D77-7ADD-4E8A35FAB1C0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BB0EAC8-5AF8-CD8C-65B1-5072A11448A6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B575CEA-10F7-1728-856C-33F9CEC866EE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53F1D35-D991-23F7-8C86-B52DEC25964D}"/>
              </a:ext>
            </a:extLst>
          </p:cNvPr>
          <p:cNvGrpSpPr/>
          <p:nvPr/>
        </p:nvGrpSpPr>
        <p:grpSpPr>
          <a:xfrm>
            <a:off x="-43336" y="301983"/>
            <a:ext cx="12404407" cy="1830674"/>
            <a:chOff x="-43336" y="301983"/>
            <a:chExt cx="12404407" cy="1830674"/>
          </a:xfrm>
        </p:grpSpPr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4D6E7E97-71CE-6AE2-5AAE-41ABF7921AD1}"/>
                </a:ext>
              </a:extLst>
            </p:cNvPr>
            <p:cNvSpPr/>
            <p:nvPr/>
          </p:nvSpPr>
          <p:spPr>
            <a:xfrm>
              <a:off x="4984499" y="301983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573DD46A-8FBF-5BAB-784B-AF1BEADE48F1}"/>
                </a:ext>
              </a:extLst>
            </p:cNvPr>
            <p:cNvGrpSpPr/>
            <p:nvPr/>
          </p:nvGrpSpPr>
          <p:grpSpPr>
            <a:xfrm>
              <a:off x="-43336" y="357256"/>
              <a:ext cx="12404407" cy="1775401"/>
              <a:chOff x="-43336" y="357256"/>
              <a:chExt cx="12404407" cy="1775401"/>
            </a:xfrm>
          </p:grpSpPr>
          <p:pic>
            <p:nvPicPr>
              <p:cNvPr id="73" name="Graphic 72" descr="Female Profile with solid fill">
                <a:extLst>
                  <a:ext uri="{FF2B5EF4-FFF2-40B4-BE49-F238E27FC236}">
                    <a16:creationId xmlns:a16="http://schemas.microsoft.com/office/drawing/2014/main" id="{007429B0-9882-82C4-7345-0FA9D67F5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515357" y="357260"/>
                <a:ext cx="1720121" cy="1720121"/>
              </a:xfrm>
              <a:prstGeom prst="rect">
                <a:avLst/>
              </a:prstGeom>
            </p:spPr>
          </p:pic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1960A173-ACAE-9309-7E94-87669485E840}"/>
                  </a:ext>
                </a:extLst>
              </p:cNvPr>
              <p:cNvGrpSpPr/>
              <p:nvPr/>
            </p:nvGrpSpPr>
            <p:grpSpPr>
              <a:xfrm>
                <a:off x="266700" y="1866900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66D3F32D-79E1-A993-D0A8-AEBC36C7619E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7EFEF66-9A91-4E62-0B75-E090B7F3DBFA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BA7448-9456-D562-54CB-DEBCB5780031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AB6C380A-4A3C-A604-BADD-302A2DE4D199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09E4D703-6518-ECBC-BE6D-CA571EFF57F5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F94CC740-E274-B10C-C094-0526B9006BAD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8D0E8DD0-20B3-E08D-3D0D-420F639F0461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94A0F56-1188-8CA6-61CB-AC2B71FAB829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1E39BC9-96C4-345A-5379-6A9B1C7ED2C6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62281FAE-A304-91E1-6C3E-563BA3DEE203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75" name="Graphic 74" descr="Female Profile with solid fill">
                <a:extLst>
                  <a:ext uri="{FF2B5EF4-FFF2-40B4-BE49-F238E27FC236}">
                    <a16:creationId xmlns:a16="http://schemas.microsoft.com/office/drawing/2014/main" id="{92487E5F-0DC6-E721-0AA1-0ED14754EF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340007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6" name="Graphic 75" descr="Female Profile with solid fill">
                <a:extLst>
                  <a:ext uri="{FF2B5EF4-FFF2-40B4-BE49-F238E27FC236}">
                    <a16:creationId xmlns:a16="http://schemas.microsoft.com/office/drawing/2014/main" id="{0B7F78C7-2B47-77D8-AF00-189B6BCE38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145662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7" name="Graphic 76" descr="Female Profile with solid fill">
                <a:extLst>
                  <a:ext uri="{FF2B5EF4-FFF2-40B4-BE49-F238E27FC236}">
                    <a16:creationId xmlns:a16="http://schemas.microsoft.com/office/drawing/2014/main" id="{AA9C867C-EA5D-4A49-1F99-AFD201E4F8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-43336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8" name="Graphic 77" descr="Female Profile with solid fill">
                <a:extLst>
                  <a:ext uri="{FF2B5EF4-FFF2-40B4-BE49-F238E27FC236}">
                    <a16:creationId xmlns:a16="http://schemas.microsoft.com/office/drawing/2014/main" id="{AEDB2C30-A86D-B2A6-2FAE-C9D2F1AF9D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88996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9" name="Graphic 78" descr="Female Profile with solid fill">
                <a:extLst>
                  <a:ext uri="{FF2B5EF4-FFF2-40B4-BE49-F238E27FC236}">
                    <a16:creationId xmlns:a16="http://schemas.microsoft.com/office/drawing/2014/main" id="{3E88C266-58FC-4CEC-CD22-1B0D402CA9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71461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0" name="Graphic 79" descr="Female Profile with solid fill">
                <a:extLst>
                  <a:ext uri="{FF2B5EF4-FFF2-40B4-BE49-F238E27FC236}">
                    <a16:creationId xmlns:a16="http://schemas.microsoft.com/office/drawing/2014/main" id="{1D7B1D10-68D4-0713-7925-A0694B6DF3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266339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1" name="Graphic 80" descr="Female Profile with solid fill">
                <a:extLst>
                  <a:ext uri="{FF2B5EF4-FFF2-40B4-BE49-F238E27FC236}">
                    <a16:creationId xmlns:a16="http://schemas.microsoft.com/office/drawing/2014/main" id="{E516D002-F9CE-45C1-C024-79E8DAFD0C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77341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2" name="Graphic 81" descr="Female Profile with solid fill">
                <a:extLst>
                  <a:ext uri="{FF2B5EF4-FFF2-40B4-BE49-F238E27FC236}">
                    <a16:creationId xmlns:a16="http://schemas.microsoft.com/office/drawing/2014/main" id="{73564F55-1A39-AFC4-A91C-88E49B8D07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40950" y="35725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3" name="Graphic 82" descr="Female Profile with solid fill">
                <a:extLst>
                  <a:ext uri="{FF2B5EF4-FFF2-40B4-BE49-F238E27FC236}">
                    <a16:creationId xmlns:a16="http://schemas.microsoft.com/office/drawing/2014/main" id="{9A90117D-508E-7CAE-63AB-0E5F8D0506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451952" y="357256"/>
                <a:ext cx="1720121" cy="1720121"/>
              </a:xfrm>
              <a:prstGeom prst="rect">
                <a:avLst/>
              </a:prstGeom>
            </p:spPr>
          </p:pic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89B1F4A-8113-7D96-2844-212BF360396B}"/>
              </a:ext>
            </a:extLst>
          </p:cNvPr>
          <p:cNvGrpSpPr/>
          <p:nvPr/>
        </p:nvGrpSpPr>
        <p:grpSpPr>
          <a:xfrm>
            <a:off x="25795" y="4422493"/>
            <a:ext cx="12444979" cy="1891307"/>
            <a:chOff x="25795" y="4422493"/>
            <a:chExt cx="12444979" cy="1891307"/>
          </a:xfrm>
        </p:grpSpPr>
        <p:sp>
          <p:nvSpPr>
            <p:cNvPr id="117" name="Rounded Rectangle 116">
              <a:extLst>
                <a:ext uri="{FF2B5EF4-FFF2-40B4-BE49-F238E27FC236}">
                  <a16:creationId xmlns:a16="http://schemas.microsoft.com/office/drawing/2014/main" id="{F4B0103E-9890-A3A5-4F35-4E8AC8655D70}"/>
                </a:ext>
              </a:extLst>
            </p:cNvPr>
            <p:cNvSpPr/>
            <p:nvPr/>
          </p:nvSpPr>
          <p:spPr>
            <a:xfrm>
              <a:off x="5070366" y="4483134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DDDD8CF2-3CD8-D282-4E07-7B55C7BAE88D}"/>
                </a:ext>
              </a:extLst>
            </p:cNvPr>
            <p:cNvGrpSpPr/>
            <p:nvPr/>
          </p:nvGrpSpPr>
          <p:grpSpPr>
            <a:xfrm>
              <a:off x="25795" y="4422493"/>
              <a:ext cx="12444979" cy="1780819"/>
              <a:chOff x="-117019" y="4132267"/>
              <a:chExt cx="12444979" cy="1780819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6A741D62-B5A2-DE0C-FB5B-749D547AAE44}"/>
                  </a:ext>
                </a:extLst>
              </p:cNvPr>
              <p:cNvGrpSpPr/>
              <p:nvPr/>
            </p:nvGrpSpPr>
            <p:grpSpPr>
              <a:xfrm>
                <a:off x="204107" y="5647329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54D8A1A1-7E70-8A40-4503-79BB287AC727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B3805ABF-8E3F-D7AC-36AD-99277C462062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60D02C2F-D607-096E-1788-2ECB23627ACA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1D30A3A9-DB91-5FA1-EE8B-4174E3064390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000B9B9A-7120-03AB-D95D-F5DBB9E6F9B4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3BB170FA-E6AA-055C-EB39-E1D644251F8B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5C000630-9081-7E97-E0C3-40F25DFA133C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10B51159-9CD2-E03D-834A-6BEE7E1ADD49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751B7C6D-E1B6-9202-B04B-B7A942F09680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07697D11-1921-1780-876D-A5B724458CC3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96" name="Graphic 95" descr="User with solid fill">
                <a:extLst>
                  <a:ext uri="{FF2B5EF4-FFF2-40B4-BE49-F238E27FC236}">
                    <a16:creationId xmlns:a16="http://schemas.microsoft.com/office/drawing/2014/main" id="{EA55861D-81B0-D17F-18AE-22D5442DE6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643869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7" name="Graphic 96" descr="User with solid fill">
                <a:extLst>
                  <a:ext uri="{FF2B5EF4-FFF2-40B4-BE49-F238E27FC236}">
                    <a16:creationId xmlns:a16="http://schemas.microsoft.com/office/drawing/2014/main" id="{CDE9F0AA-7E3F-DD7A-BD12-D67A8F4A0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446415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8" name="Graphic 97" descr="User with solid fill">
                <a:extLst>
                  <a:ext uri="{FF2B5EF4-FFF2-40B4-BE49-F238E27FC236}">
                    <a16:creationId xmlns:a16="http://schemas.microsoft.com/office/drawing/2014/main" id="{32A72C76-921F-2900-0314-8AA4E2943F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266167" y="413226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9" name="Graphic 98" descr="User with solid fill">
                <a:extLst>
                  <a:ext uri="{FF2B5EF4-FFF2-40B4-BE49-F238E27FC236}">
                    <a16:creationId xmlns:a16="http://schemas.microsoft.com/office/drawing/2014/main" id="{BFC03725-7CFF-DBD7-A4BB-EC9EA2C8E5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72795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0" name="Graphic 99" descr="User with solid fill">
                <a:extLst>
                  <a:ext uri="{FF2B5EF4-FFF2-40B4-BE49-F238E27FC236}">
                    <a16:creationId xmlns:a16="http://schemas.microsoft.com/office/drawing/2014/main" id="{3711491E-5FFE-4DFF-7AD2-408503F7E4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-117019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1" name="Graphic 100" descr="User with solid fill">
                <a:extLst>
                  <a:ext uri="{FF2B5EF4-FFF2-40B4-BE49-F238E27FC236}">
                    <a16:creationId xmlns:a16="http://schemas.microsoft.com/office/drawing/2014/main" id="{7A83E1C8-0C78-96CF-4EE2-0DD5BC4573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607160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2" name="Graphic 101" descr="User with solid fill">
                <a:extLst>
                  <a:ext uri="{FF2B5EF4-FFF2-40B4-BE49-F238E27FC236}">
                    <a16:creationId xmlns:a16="http://schemas.microsoft.com/office/drawing/2014/main" id="{A5640569-9AA5-3716-ED3F-9D3D0851BD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409706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3" name="Graphic 102" descr="User with solid fill">
                <a:extLst>
                  <a:ext uri="{FF2B5EF4-FFF2-40B4-BE49-F238E27FC236}">
                    <a16:creationId xmlns:a16="http://schemas.microsoft.com/office/drawing/2014/main" id="{3AF85C16-1D0D-163E-3646-0DFC38CD0A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233540" y="4137629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4" name="Graphic 103" descr="User with solid fill">
                <a:extLst>
                  <a:ext uri="{FF2B5EF4-FFF2-40B4-BE49-F238E27FC236}">
                    <a16:creationId xmlns:a16="http://schemas.microsoft.com/office/drawing/2014/main" id="{E42CB369-AC04-E7FB-1109-EEF36C3B54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036086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5" name="Graphic 104" descr="User with solid fill">
                <a:extLst>
                  <a:ext uri="{FF2B5EF4-FFF2-40B4-BE49-F238E27FC236}">
                    <a16:creationId xmlns:a16="http://schemas.microsoft.com/office/drawing/2014/main" id="{76A353AD-F029-9793-1CE5-56DAAAE152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846272" y="4132267"/>
                <a:ext cx="1720800" cy="1720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912283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32D19-ED5A-0F11-9F9D-F70B31F1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EFE33E81-0734-6947-4FE6-9272095C89A8}"/>
              </a:ext>
            </a:extLst>
          </p:cNvPr>
          <p:cNvGrpSpPr/>
          <p:nvPr/>
        </p:nvGrpSpPr>
        <p:grpSpPr>
          <a:xfrm>
            <a:off x="0" y="2513667"/>
            <a:ext cx="12371296" cy="1830666"/>
            <a:chOff x="0" y="2949948"/>
            <a:chExt cx="12371296" cy="183066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1E05C19-2AE4-FEA9-293B-DB3A3258B9A7}"/>
                </a:ext>
              </a:extLst>
            </p:cNvPr>
            <p:cNvSpPr/>
            <p:nvPr/>
          </p:nvSpPr>
          <p:spPr>
            <a:xfrm>
              <a:off x="8563660" y="2949948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F39EB4F-5228-1CE5-0E59-5E185594D74E}"/>
                </a:ext>
              </a:extLst>
            </p:cNvPr>
            <p:cNvGrpSpPr/>
            <p:nvPr/>
          </p:nvGrpSpPr>
          <p:grpSpPr>
            <a:xfrm>
              <a:off x="0" y="2949948"/>
              <a:ext cx="12371296" cy="1775396"/>
              <a:chOff x="-27055" y="357261"/>
              <a:chExt cx="12371296" cy="1775396"/>
            </a:xfrm>
          </p:grpSpPr>
          <p:pic>
            <p:nvPicPr>
              <p:cNvPr id="39" name="Graphic 38" descr="Male profile with solid fill">
                <a:extLst>
                  <a:ext uri="{FF2B5EF4-FFF2-40B4-BE49-F238E27FC236}">
                    <a16:creationId xmlns:a16="http://schemas.microsoft.com/office/drawing/2014/main" id="{9D1E64D9-A637-2FEF-829D-A362944670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706802" y="35726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0" name="Graphic 39" descr="Male profile with solid fill">
                <a:extLst>
                  <a:ext uri="{FF2B5EF4-FFF2-40B4-BE49-F238E27FC236}">
                    <a16:creationId xmlns:a16="http://schemas.microsoft.com/office/drawing/2014/main" id="{0CD4F5EB-3047-ADD8-1440-9949FA0BF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890265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1" name="Graphic 40" descr="Male profile with solid fill">
                <a:extLst>
                  <a:ext uri="{FF2B5EF4-FFF2-40B4-BE49-F238E27FC236}">
                    <a16:creationId xmlns:a16="http://schemas.microsoft.com/office/drawing/2014/main" id="{B725A535-18ED-AA8B-B1D8-FFB1CA6BE4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7073731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2" name="Graphic 41" descr="Male profile with solid fill">
                <a:extLst>
                  <a:ext uri="{FF2B5EF4-FFF2-40B4-BE49-F238E27FC236}">
                    <a16:creationId xmlns:a16="http://schemas.microsoft.com/office/drawing/2014/main" id="{CA20B988-5A4D-C5C9-A393-62E0754E82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257194" y="357263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3" name="Graphic 42" descr="Male profile with solid fill">
                <a:extLst>
                  <a:ext uri="{FF2B5EF4-FFF2-40B4-BE49-F238E27FC236}">
                    <a16:creationId xmlns:a16="http://schemas.microsoft.com/office/drawing/2014/main" id="{F06944AE-F615-0D03-057F-1C417636A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2347689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4" name="Graphic 43" descr="Male profile with solid fill">
                <a:extLst>
                  <a:ext uri="{FF2B5EF4-FFF2-40B4-BE49-F238E27FC236}">
                    <a16:creationId xmlns:a16="http://schemas.microsoft.com/office/drawing/2014/main" id="{7655E83A-E1AB-E64D-CB15-6024EE0C19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31152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5" name="Graphic 44" descr="Male profile with solid fill">
                <a:extLst>
                  <a:ext uri="{FF2B5EF4-FFF2-40B4-BE49-F238E27FC236}">
                    <a16:creationId xmlns:a16="http://schemas.microsoft.com/office/drawing/2014/main" id="{969C88F8-D60A-A410-4EC6-10BF7811C5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9440657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6" name="Graphic 45" descr="Male profile with solid fill">
                <a:extLst>
                  <a:ext uri="{FF2B5EF4-FFF2-40B4-BE49-F238E27FC236}">
                    <a16:creationId xmlns:a16="http://schemas.microsoft.com/office/drawing/2014/main" id="{4A6ADEF9-736C-C48E-7A96-F1EE7BB03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0624120" y="357261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7" name="Graphic 46" descr="Male profile with solid fill">
                <a:extLst>
                  <a:ext uri="{FF2B5EF4-FFF2-40B4-BE49-F238E27FC236}">
                    <a16:creationId xmlns:a16="http://schemas.microsoft.com/office/drawing/2014/main" id="{F6E2ABD5-B718-63EE-7933-53707D7B8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-27055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8" name="Graphic 47" descr="Male profile with solid fill">
                <a:extLst>
                  <a:ext uri="{FF2B5EF4-FFF2-40B4-BE49-F238E27FC236}">
                    <a16:creationId xmlns:a16="http://schemas.microsoft.com/office/drawing/2014/main" id="{00E75A61-FA4B-FA3F-AFE0-8288FBC1FB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56408" y="357261"/>
                <a:ext cx="1720121" cy="1720121"/>
              </a:xfrm>
              <a:prstGeom prst="rect">
                <a:avLst/>
              </a:prstGeom>
            </p:spPr>
          </p:pic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0F9A679-6DD2-0606-A6FA-682BE50BFC63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C22EBFD-1DBF-ED28-36C3-405023BB47FE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A2418F0-D050-946D-B46D-EF52A507D1A3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8A01194-9C6A-CD6C-17BF-88ADDB26C782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F80860C-0F85-A9BA-38F5-EA79F9B092F9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6F4059F-D64E-BF6D-D100-790BB780EF7E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A1C66DB-135F-F118-745C-688D3AE01731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0150EB4-B07E-B399-C93E-33EC45E92E92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1F7D16B-2EDF-3F8C-8AF9-815204FECC67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49DD637-39CF-771D-B9AF-CDB47ECBA790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40C28E2-9DDE-CAA5-BFE5-4D89AAEE35AA}"/>
              </a:ext>
            </a:extLst>
          </p:cNvPr>
          <p:cNvGrpSpPr/>
          <p:nvPr/>
        </p:nvGrpSpPr>
        <p:grpSpPr>
          <a:xfrm>
            <a:off x="-43336" y="357256"/>
            <a:ext cx="12404407" cy="1842610"/>
            <a:chOff x="-43336" y="357256"/>
            <a:chExt cx="12404407" cy="1842610"/>
          </a:xfrm>
        </p:grpSpPr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4E48E0F3-8E73-781F-8FE9-E3CBFBA0CCFA}"/>
                </a:ext>
              </a:extLst>
            </p:cNvPr>
            <p:cNvSpPr/>
            <p:nvPr/>
          </p:nvSpPr>
          <p:spPr>
            <a:xfrm>
              <a:off x="8554607" y="369200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AD212BDE-485A-C947-21F9-D171539CE9F5}"/>
                </a:ext>
              </a:extLst>
            </p:cNvPr>
            <p:cNvGrpSpPr/>
            <p:nvPr/>
          </p:nvGrpSpPr>
          <p:grpSpPr>
            <a:xfrm>
              <a:off x="-43336" y="357256"/>
              <a:ext cx="12404407" cy="1775401"/>
              <a:chOff x="-43336" y="357256"/>
              <a:chExt cx="12404407" cy="1775401"/>
            </a:xfrm>
          </p:grpSpPr>
          <p:pic>
            <p:nvPicPr>
              <p:cNvPr id="70" name="Graphic 69" descr="Female Profile with solid fill">
                <a:extLst>
                  <a:ext uri="{FF2B5EF4-FFF2-40B4-BE49-F238E27FC236}">
                    <a16:creationId xmlns:a16="http://schemas.microsoft.com/office/drawing/2014/main" id="{2B2B8A95-A566-21EE-10C1-48D3A193D7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515357" y="357260"/>
                <a:ext cx="1720121" cy="1720121"/>
              </a:xfrm>
              <a:prstGeom prst="rect">
                <a:avLst/>
              </a:prstGeom>
            </p:spPr>
          </p:pic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157C8190-BDB8-1DFC-7EEB-8257967B914B}"/>
                  </a:ext>
                </a:extLst>
              </p:cNvPr>
              <p:cNvGrpSpPr/>
              <p:nvPr/>
            </p:nvGrpSpPr>
            <p:grpSpPr>
              <a:xfrm>
                <a:off x="266700" y="1866900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76C21951-15FB-2055-A6C2-19A75ED646AA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D78E8087-5761-07D1-716F-D24ACEDB6953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3E12F166-1A65-B009-2574-6FEF523FC408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A47F749C-94CC-1295-39CB-0145FB1CBBAE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82266830-878A-231B-7A26-6F6991276040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1D97D83-AF93-E491-6A46-67C8B7EBFC92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BD4E47A2-300C-0D0F-F8B2-7E654041C14F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BDCCB93-59E2-EA7A-C953-AB83735D1D44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AF0FEC5-1214-26C8-468E-4B7D21D03390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E21318-A1AC-14CC-C338-379CEEB238EC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72" name="Graphic 71" descr="Female Profile with solid fill">
                <a:extLst>
                  <a:ext uri="{FF2B5EF4-FFF2-40B4-BE49-F238E27FC236}">
                    <a16:creationId xmlns:a16="http://schemas.microsoft.com/office/drawing/2014/main" id="{2CC0F9EB-F5AE-900E-FEA0-A8B60C4335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340007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3" name="Graphic 72" descr="Female Profile with solid fill">
                <a:extLst>
                  <a:ext uri="{FF2B5EF4-FFF2-40B4-BE49-F238E27FC236}">
                    <a16:creationId xmlns:a16="http://schemas.microsoft.com/office/drawing/2014/main" id="{6F1295AD-5EAF-B7C5-8BB5-E2E9722B71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145662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4" name="Graphic 73" descr="Female Profile with solid fill">
                <a:extLst>
                  <a:ext uri="{FF2B5EF4-FFF2-40B4-BE49-F238E27FC236}">
                    <a16:creationId xmlns:a16="http://schemas.microsoft.com/office/drawing/2014/main" id="{76D7804C-3668-C9B1-A326-9F8759F87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-43336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5" name="Graphic 74" descr="Female Profile with solid fill">
                <a:extLst>
                  <a:ext uri="{FF2B5EF4-FFF2-40B4-BE49-F238E27FC236}">
                    <a16:creationId xmlns:a16="http://schemas.microsoft.com/office/drawing/2014/main" id="{6451E65C-377E-CBEC-4481-CFC0CEE700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8996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6" name="Graphic 75" descr="Female Profile with solid fill">
                <a:extLst>
                  <a:ext uri="{FF2B5EF4-FFF2-40B4-BE49-F238E27FC236}">
                    <a16:creationId xmlns:a16="http://schemas.microsoft.com/office/drawing/2014/main" id="{67F203CA-85D7-9B50-1818-43CB061B72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71461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7" name="Graphic 76" descr="Female Profile with solid fill">
                <a:extLst>
                  <a:ext uri="{FF2B5EF4-FFF2-40B4-BE49-F238E27FC236}">
                    <a16:creationId xmlns:a16="http://schemas.microsoft.com/office/drawing/2014/main" id="{A81C5491-0914-54F6-1D70-34A78E9197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8266339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8" name="Graphic 77" descr="Female Profile with solid fill">
                <a:extLst>
                  <a:ext uri="{FF2B5EF4-FFF2-40B4-BE49-F238E27FC236}">
                    <a16:creationId xmlns:a16="http://schemas.microsoft.com/office/drawing/2014/main" id="{603FCC0B-68E7-0A3C-F1FA-62836CB12A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77341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9" name="Graphic 78" descr="Female Profile with solid fill">
                <a:extLst>
                  <a:ext uri="{FF2B5EF4-FFF2-40B4-BE49-F238E27FC236}">
                    <a16:creationId xmlns:a16="http://schemas.microsoft.com/office/drawing/2014/main" id="{B3B6210D-ED14-1D5F-06BC-40C3BC5388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40950" y="35725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0" name="Graphic 79" descr="Female Profile with solid fill">
                <a:extLst>
                  <a:ext uri="{FF2B5EF4-FFF2-40B4-BE49-F238E27FC236}">
                    <a16:creationId xmlns:a16="http://schemas.microsoft.com/office/drawing/2014/main" id="{DE81C6C9-EBBC-0A1D-3A89-7DFCD50B4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451952" y="357256"/>
                <a:ext cx="1720121" cy="1720121"/>
              </a:xfrm>
              <a:prstGeom prst="rect">
                <a:avLst/>
              </a:prstGeom>
            </p:spPr>
          </p:pic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79D6D287-A640-886E-9464-7C9E1C696E4D}"/>
              </a:ext>
            </a:extLst>
          </p:cNvPr>
          <p:cNvGrpSpPr/>
          <p:nvPr/>
        </p:nvGrpSpPr>
        <p:grpSpPr>
          <a:xfrm>
            <a:off x="25795" y="4422493"/>
            <a:ext cx="12444979" cy="1830666"/>
            <a:chOff x="25795" y="4422493"/>
            <a:chExt cx="12444979" cy="1830666"/>
          </a:xfrm>
        </p:grpSpPr>
        <p:sp>
          <p:nvSpPr>
            <p:cNvPr id="92" name="Rounded Rectangle 91">
              <a:extLst>
                <a:ext uri="{FF2B5EF4-FFF2-40B4-BE49-F238E27FC236}">
                  <a16:creationId xmlns:a16="http://schemas.microsoft.com/office/drawing/2014/main" id="{8D590C54-86FB-1D7E-945A-04891967B6CE}"/>
                </a:ext>
              </a:extLst>
            </p:cNvPr>
            <p:cNvSpPr/>
            <p:nvPr/>
          </p:nvSpPr>
          <p:spPr>
            <a:xfrm>
              <a:off x="8655732" y="4422493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7D104670-4795-4141-5461-7DB17F3FD172}"/>
                </a:ext>
              </a:extLst>
            </p:cNvPr>
            <p:cNvGrpSpPr/>
            <p:nvPr/>
          </p:nvGrpSpPr>
          <p:grpSpPr>
            <a:xfrm>
              <a:off x="25795" y="4422493"/>
              <a:ext cx="12444979" cy="1780819"/>
              <a:chOff x="-117019" y="4132267"/>
              <a:chExt cx="12444979" cy="1780819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6BE88142-67B0-DC24-5CD8-ADABAAB88B47}"/>
                  </a:ext>
                </a:extLst>
              </p:cNvPr>
              <p:cNvGrpSpPr/>
              <p:nvPr/>
            </p:nvGrpSpPr>
            <p:grpSpPr>
              <a:xfrm>
                <a:off x="204107" y="5647329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CC173AA9-E303-398C-C19A-441E97B03708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7627D267-CC2F-C1EB-30BE-3F20ACC65407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9ECC8042-C9BD-4EFF-847F-15A34ED06864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0B78FF17-4776-53F5-E942-E8A36A2F5916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9EB77426-4100-8054-EA1B-0993D791CCDE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216BD178-ADFB-A26D-E006-D49F9861CAB5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E2D1ECFB-E3A6-19BD-E1F3-56CB4F4A0135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15CC82BD-25B3-00A1-8396-487D5472B292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CB9F57C5-6DE0-E52A-879E-C6447F95ADD9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63433125-41B9-1605-19FE-F95FC1F3593E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95" name="Graphic 94" descr="User with solid fill">
                <a:extLst>
                  <a:ext uri="{FF2B5EF4-FFF2-40B4-BE49-F238E27FC236}">
                    <a16:creationId xmlns:a16="http://schemas.microsoft.com/office/drawing/2014/main" id="{D69CB00C-8DD2-4529-893C-241F450F54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643869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6" name="Graphic 95" descr="User with solid fill">
                <a:extLst>
                  <a:ext uri="{FF2B5EF4-FFF2-40B4-BE49-F238E27FC236}">
                    <a16:creationId xmlns:a16="http://schemas.microsoft.com/office/drawing/2014/main" id="{1F5B1789-5C12-FEB5-A755-836910A5AD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446415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7" name="Graphic 96" descr="User with solid fill">
                <a:extLst>
                  <a:ext uri="{FF2B5EF4-FFF2-40B4-BE49-F238E27FC236}">
                    <a16:creationId xmlns:a16="http://schemas.microsoft.com/office/drawing/2014/main" id="{AFB679D8-B7C7-5E17-57F9-308582B24B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266167" y="413226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8" name="Graphic 97" descr="User with solid fill">
                <a:extLst>
                  <a:ext uri="{FF2B5EF4-FFF2-40B4-BE49-F238E27FC236}">
                    <a16:creationId xmlns:a16="http://schemas.microsoft.com/office/drawing/2014/main" id="{9E4ED38B-9C15-E435-AF47-51031C6046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72795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9" name="Graphic 98" descr="User with solid fill">
                <a:extLst>
                  <a:ext uri="{FF2B5EF4-FFF2-40B4-BE49-F238E27FC236}">
                    <a16:creationId xmlns:a16="http://schemas.microsoft.com/office/drawing/2014/main" id="{576D0D10-0D2B-C159-A81E-650C7B0B83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-117019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0" name="Graphic 99" descr="User with solid fill">
                <a:extLst>
                  <a:ext uri="{FF2B5EF4-FFF2-40B4-BE49-F238E27FC236}">
                    <a16:creationId xmlns:a16="http://schemas.microsoft.com/office/drawing/2014/main" id="{2D73D71B-CB73-EAF0-E5CF-C471E68952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607160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1" name="Graphic 100" descr="User with solid fill">
                <a:extLst>
                  <a:ext uri="{FF2B5EF4-FFF2-40B4-BE49-F238E27FC236}">
                    <a16:creationId xmlns:a16="http://schemas.microsoft.com/office/drawing/2014/main" id="{743B6ACF-4C9E-639B-E919-B93564B655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409706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2" name="Graphic 101" descr="User with solid fill">
                <a:extLst>
                  <a:ext uri="{FF2B5EF4-FFF2-40B4-BE49-F238E27FC236}">
                    <a16:creationId xmlns:a16="http://schemas.microsoft.com/office/drawing/2014/main" id="{E12F830E-4589-FB50-3F9C-38A5CC8730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8233540" y="4137629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3" name="Graphic 102" descr="User with solid fill">
                <a:extLst>
                  <a:ext uri="{FF2B5EF4-FFF2-40B4-BE49-F238E27FC236}">
                    <a16:creationId xmlns:a16="http://schemas.microsoft.com/office/drawing/2014/main" id="{34E47992-AAF3-C3B7-560E-3675296411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036086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4" name="Graphic 103" descr="User with solid fill">
                <a:extLst>
                  <a:ext uri="{FF2B5EF4-FFF2-40B4-BE49-F238E27FC236}">
                    <a16:creationId xmlns:a16="http://schemas.microsoft.com/office/drawing/2014/main" id="{1BB77BA8-5185-13EB-A1D5-F8EB4393E7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846272" y="4132267"/>
                <a:ext cx="1720800" cy="1720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82597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2878-8717-6F93-24E7-86C355703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A02CF4-DAE5-0DBC-18CD-B19864EFCFDA}"/>
              </a:ext>
            </a:extLst>
          </p:cNvPr>
          <p:cNvGrpSpPr/>
          <p:nvPr/>
        </p:nvGrpSpPr>
        <p:grpSpPr>
          <a:xfrm>
            <a:off x="0" y="2513667"/>
            <a:ext cx="12371296" cy="1830666"/>
            <a:chOff x="0" y="2949948"/>
            <a:chExt cx="12371296" cy="183066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A6BB3368-65B7-27D0-DBD4-3D2E19E39EAF}"/>
                </a:ext>
              </a:extLst>
            </p:cNvPr>
            <p:cNvSpPr/>
            <p:nvPr/>
          </p:nvSpPr>
          <p:spPr>
            <a:xfrm>
              <a:off x="8563660" y="2949948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1326B643-C88C-9041-B683-2A5D763C1299}"/>
                </a:ext>
              </a:extLst>
            </p:cNvPr>
            <p:cNvGrpSpPr/>
            <p:nvPr/>
          </p:nvGrpSpPr>
          <p:grpSpPr>
            <a:xfrm>
              <a:off x="0" y="2949948"/>
              <a:ext cx="12371296" cy="1775396"/>
              <a:chOff x="-27055" y="357261"/>
              <a:chExt cx="12371296" cy="1775396"/>
            </a:xfrm>
          </p:grpSpPr>
          <p:pic>
            <p:nvPicPr>
              <p:cNvPr id="39" name="Graphic 38" descr="Male profile with solid fill">
                <a:extLst>
                  <a:ext uri="{FF2B5EF4-FFF2-40B4-BE49-F238E27FC236}">
                    <a16:creationId xmlns:a16="http://schemas.microsoft.com/office/drawing/2014/main" id="{1A3D9032-3C7D-1BE7-6B59-9B45B39962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706802" y="35726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0" name="Graphic 39" descr="Male profile with solid fill">
                <a:extLst>
                  <a:ext uri="{FF2B5EF4-FFF2-40B4-BE49-F238E27FC236}">
                    <a16:creationId xmlns:a16="http://schemas.microsoft.com/office/drawing/2014/main" id="{4E6A70DC-D8DB-3B6D-92BC-D01763C4A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890265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1" name="Graphic 40" descr="Male profile with solid fill">
                <a:extLst>
                  <a:ext uri="{FF2B5EF4-FFF2-40B4-BE49-F238E27FC236}">
                    <a16:creationId xmlns:a16="http://schemas.microsoft.com/office/drawing/2014/main" id="{FA1D97AC-E562-0BE9-B72D-05D056279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7073731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2" name="Graphic 41" descr="Male profile with solid fill">
                <a:extLst>
                  <a:ext uri="{FF2B5EF4-FFF2-40B4-BE49-F238E27FC236}">
                    <a16:creationId xmlns:a16="http://schemas.microsoft.com/office/drawing/2014/main" id="{4684A7CD-0E88-E6C5-C8CD-0BEC08C1C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257194" y="357263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3" name="Graphic 42" descr="Male profile with solid fill">
                <a:extLst>
                  <a:ext uri="{FF2B5EF4-FFF2-40B4-BE49-F238E27FC236}">
                    <a16:creationId xmlns:a16="http://schemas.microsoft.com/office/drawing/2014/main" id="{E3502BB2-7AB6-2118-6D78-568CF3669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2347689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4" name="Graphic 43" descr="Male profile with solid fill">
                <a:extLst>
                  <a:ext uri="{FF2B5EF4-FFF2-40B4-BE49-F238E27FC236}">
                    <a16:creationId xmlns:a16="http://schemas.microsoft.com/office/drawing/2014/main" id="{BC6CDCB0-7282-3F46-58EB-A9713AFC7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31152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5" name="Graphic 44" descr="Male profile with solid fill">
                <a:extLst>
                  <a:ext uri="{FF2B5EF4-FFF2-40B4-BE49-F238E27FC236}">
                    <a16:creationId xmlns:a16="http://schemas.microsoft.com/office/drawing/2014/main" id="{5C568088-370E-80F3-E891-0D8C478ABF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9440657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6" name="Graphic 45" descr="Male profile with solid fill">
                <a:extLst>
                  <a:ext uri="{FF2B5EF4-FFF2-40B4-BE49-F238E27FC236}">
                    <a16:creationId xmlns:a16="http://schemas.microsoft.com/office/drawing/2014/main" id="{42D4F36F-59E9-650F-7A9B-043557080E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0624120" y="357261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7" name="Graphic 46" descr="Male profile with solid fill">
                <a:extLst>
                  <a:ext uri="{FF2B5EF4-FFF2-40B4-BE49-F238E27FC236}">
                    <a16:creationId xmlns:a16="http://schemas.microsoft.com/office/drawing/2014/main" id="{04317AD8-E3BB-5F70-8A47-EA55BC878B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-27055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48" name="Graphic 47" descr="Male profile with solid fill">
                <a:extLst>
                  <a:ext uri="{FF2B5EF4-FFF2-40B4-BE49-F238E27FC236}">
                    <a16:creationId xmlns:a16="http://schemas.microsoft.com/office/drawing/2014/main" id="{25F5F2F0-7310-E290-D0A2-A979C4292E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56408" y="357261"/>
                <a:ext cx="1720121" cy="1720121"/>
              </a:xfrm>
              <a:prstGeom prst="rect">
                <a:avLst/>
              </a:prstGeom>
            </p:spPr>
          </p:pic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231D692-9809-A54B-6AE5-98EEAD88F64F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12BF3C-189B-7EC3-D9F8-A52453D8580F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8A72A6F-A4AC-5E82-B69B-056E0BE18B98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480F8DD-B1CD-3B09-3A87-7CBED7E128AA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AB2E81A-A8D9-8B73-B27D-EC31E9DF4A72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A527FD5-39F6-939F-D01A-E50C0755DFC5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E51821E-8662-19A9-93BD-1A51BB563EC9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8419730-1C77-3238-8DF1-AF380935F8C3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A88DAC1-3A8F-212F-1598-5BEC0381F390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A17B011-8C7F-A8D1-7EEA-86688AA98118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5F64C74-6A59-AF41-8B51-81F11CBB58E1}"/>
              </a:ext>
            </a:extLst>
          </p:cNvPr>
          <p:cNvGrpSpPr/>
          <p:nvPr/>
        </p:nvGrpSpPr>
        <p:grpSpPr>
          <a:xfrm>
            <a:off x="-43336" y="357256"/>
            <a:ext cx="12404407" cy="1842610"/>
            <a:chOff x="-43336" y="357256"/>
            <a:chExt cx="12404407" cy="1842610"/>
          </a:xfrm>
        </p:grpSpPr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6CEDC725-281F-0E9E-136A-A36C7B762FEE}"/>
                </a:ext>
              </a:extLst>
            </p:cNvPr>
            <p:cNvSpPr/>
            <p:nvPr/>
          </p:nvSpPr>
          <p:spPr>
            <a:xfrm>
              <a:off x="8554607" y="369200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FF05C4E7-2F1D-0C1D-0F19-C614811D5D90}"/>
                </a:ext>
              </a:extLst>
            </p:cNvPr>
            <p:cNvGrpSpPr/>
            <p:nvPr/>
          </p:nvGrpSpPr>
          <p:grpSpPr>
            <a:xfrm>
              <a:off x="-43336" y="357256"/>
              <a:ext cx="12404407" cy="1775401"/>
              <a:chOff x="-43336" y="357256"/>
              <a:chExt cx="12404407" cy="1775401"/>
            </a:xfrm>
          </p:grpSpPr>
          <p:pic>
            <p:nvPicPr>
              <p:cNvPr id="70" name="Graphic 69" descr="Female Profile with solid fill">
                <a:extLst>
                  <a:ext uri="{FF2B5EF4-FFF2-40B4-BE49-F238E27FC236}">
                    <a16:creationId xmlns:a16="http://schemas.microsoft.com/office/drawing/2014/main" id="{0C7489B7-5301-4B47-4529-B47989EA54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515357" y="357260"/>
                <a:ext cx="1720121" cy="1720121"/>
              </a:xfrm>
              <a:prstGeom prst="rect">
                <a:avLst/>
              </a:prstGeom>
            </p:spPr>
          </p:pic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4E5D66F1-BFB9-0172-03BA-98A04F5ADFD3}"/>
                  </a:ext>
                </a:extLst>
              </p:cNvPr>
              <p:cNvGrpSpPr/>
              <p:nvPr/>
            </p:nvGrpSpPr>
            <p:grpSpPr>
              <a:xfrm>
                <a:off x="266700" y="1866900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5975A4F1-9709-675A-4680-65A376846A31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2267CA21-8DBF-CF88-70F8-63C15C9BCF5C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3BF5F093-620E-DBB0-9957-5E5FA16F86D1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721BFBD9-C847-BD1D-11D6-5B4FD5137DDB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2BE15CD0-2CCB-EBD7-87AF-C70F43ED6A76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B81CE31-91CB-AF6A-4C40-A93F5C248EF3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C2A68D1-6370-4215-60B4-328F62A07193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0C33A88D-8834-63E1-860E-BC68F00E2CA3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8106BA3A-D6BC-C6FF-730F-A8B4B286DBF1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8CA39975-7985-6DDF-E077-7BA6F5B7F08D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72" name="Graphic 71" descr="Female Profile with solid fill">
                <a:extLst>
                  <a:ext uri="{FF2B5EF4-FFF2-40B4-BE49-F238E27FC236}">
                    <a16:creationId xmlns:a16="http://schemas.microsoft.com/office/drawing/2014/main" id="{68EC6D64-1049-64E0-0EF0-762018AB88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340007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3" name="Graphic 72" descr="Female Profile with solid fill">
                <a:extLst>
                  <a:ext uri="{FF2B5EF4-FFF2-40B4-BE49-F238E27FC236}">
                    <a16:creationId xmlns:a16="http://schemas.microsoft.com/office/drawing/2014/main" id="{EAED9128-DD53-1DB4-4899-82AF7FB26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145662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4" name="Graphic 73" descr="Female Profile with solid fill">
                <a:extLst>
                  <a:ext uri="{FF2B5EF4-FFF2-40B4-BE49-F238E27FC236}">
                    <a16:creationId xmlns:a16="http://schemas.microsoft.com/office/drawing/2014/main" id="{6359512A-930F-A68D-6B6B-D3841CE30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-43336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5" name="Graphic 74" descr="Female Profile with solid fill">
                <a:extLst>
                  <a:ext uri="{FF2B5EF4-FFF2-40B4-BE49-F238E27FC236}">
                    <a16:creationId xmlns:a16="http://schemas.microsoft.com/office/drawing/2014/main" id="{EC95E1B9-2B2F-DCAF-6A77-FB6BD14E10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8996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6" name="Graphic 75" descr="Female Profile with solid fill">
                <a:extLst>
                  <a:ext uri="{FF2B5EF4-FFF2-40B4-BE49-F238E27FC236}">
                    <a16:creationId xmlns:a16="http://schemas.microsoft.com/office/drawing/2014/main" id="{1DF64801-D141-C856-9638-9FF3E04E95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71461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7" name="Graphic 76" descr="Female Profile with solid fill">
                <a:extLst>
                  <a:ext uri="{FF2B5EF4-FFF2-40B4-BE49-F238E27FC236}">
                    <a16:creationId xmlns:a16="http://schemas.microsoft.com/office/drawing/2014/main" id="{677903F0-E456-DBEB-1E75-56065CA1FF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8266339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8" name="Graphic 77" descr="Female Profile with solid fill">
                <a:extLst>
                  <a:ext uri="{FF2B5EF4-FFF2-40B4-BE49-F238E27FC236}">
                    <a16:creationId xmlns:a16="http://schemas.microsoft.com/office/drawing/2014/main" id="{D7ADFFB3-D6CF-B9FD-32EE-E55BD2F04E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77341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79" name="Graphic 78" descr="Female Profile with solid fill">
                <a:extLst>
                  <a:ext uri="{FF2B5EF4-FFF2-40B4-BE49-F238E27FC236}">
                    <a16:creationId xmlns:a16="http://schemas.microsoft.com/office/drawing/2014/main" id="{EE3B4880-538D-F491-10D8-65EF46F6A7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40950" y="35725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0" name="Graphic 79" descr="Female Profile with solid fill">
                <a:extLst>
                  <a:ext uri="{FF2B5EF4-FFF2-40B4-BE49-F238E27FC236}">
                    <a16:creationId xmlns:a16="http://schemas.microsoft.com/office/drawing/2014/main" id="{8C9A0D93-69D6-15A0-2E84-CF46E547E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451952" y="357256"/>
                <a:ext cx="1720121" cy="1720121"/>
              </a:xfrm>
              <a:prstGeom prst="rect">
                <a:avLst/>
              </a:prstGeom>
            </p:spPr>
          </p:pic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57CAD80-85CC-0471-7782-5BFE0EE73BE7}"/>
              </a:ext>
            </a:extLst>
          </p:cNvPr>
          <p:cNvGrpSpPr/>
          <p:nvPr/>
        </p:nvGrpSpPr>
        <p:grpSpPr>
          <a:xfrm>
            <a:off x="-9121" y="4422493"/>
            <a:ext cx="12479895" cy="1830666"/>
            <a:chOff x="-9121" y="4422493"/>
            <a:chExt cx="12479895" cy="1830666"/>
          </a:xfrm>
        </p:grpSpPr>
        <p:sp>
          <p:nvSpPr>
            <p:cNvPr id="92" name="Rounded Rectangle 91">
              <a:extLst>
                <a:ext uri="{FF2B5EF4-FFF2-40B4-BE49-F238E27FC236}">
                  <a16:creationId xmlns:a16="http://schemas.microsoft.com/office/drawing/2014/main" id="{EC55BE29-0F5D-4383-54CD-ECA41BD07D1C}"/>
                </a:ext>
              </a:extLst>
            </p:cNvPr>
            <p:cNvSpPr/>
            <p:nvPr/>
          </p:nvSpPr>
          <p:spPr>
            <a:xfrm>
              <a:off x="8655732" y="4422493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205A200-E308-8AD8-1E82-DCB1655EC182}"/>
                </a:ext>
              </a:extLst>
            </p:cNvPr>
            <p:cNvGrpSpPr/>
            <p:nvPr/>
          </p:nvGrpSpPr>
          <p:grpSpPr>
            <a:xfrm>
              <a:off x="-9121" y="4422493"/>
              <a:ext cx="12479895" cy="1780819"/>
              <a:chOff x="-151935" y="4132267"/>
              <a:chExt cx="12479895" cy="1780819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E7C2470A-0BC6-6CC7-91B6-2993D8B9A621}"/>
                  </a:ext>
                </a:extLst>
              </p:cNvPr>
              <p:cNvGrpSpPr/>
              <p:nvPr/>
            </p:nvGrpSpPr>
            <p:grpSpPr>
              <a:xfrm>
                <a:off x="204107" y="5647329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B749851C-27DD-81A6-561C-BEF3583C30F2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21F369AC-91B8-DC99-2508-A9CA4BE8FC01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FA1730CA-6861-1B38-A287-4A3D7CE22E8E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46635CC5-6327-7C91-A437-64D00FE79E0C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D1D581B8-0818-6CE2-FFFA-3E356F53BEE7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8DFE47B-D867-4C76-0B44-348C2F8E570C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F50BCE64-C5FC-4551-E526-0038155D8168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B5CE0DDD-5430-4743-7E09-16D9E1920081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D2DF54E-0DDC-77FD-B135-DF583F1B5F5A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B8C13A9B-5182-FA96-1A16-0F3B9F159048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95" name="Graphic 94" descr="User with solid fill">
                <a:extLst>
                  <a:ext uri="{FF2B5EF4-FFF2-40B4-BE49-F238E27FC236}">
                    <a16:creationId xmlns:a16="http://schemas.microsoft.com/office/drawing/2014/main" id="{A07FC5BE-3C33-BEA4-D909-E0AE614A04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643869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6" name="Graphic 95" descr="User with solid fill">
                <a:extLst>
                  <a:ext uri="{FF2B5EF4-FFF2-40B4-BE49-F238E27FC236}">
                    <a16:creationId xmlns:a16="http://schemas.microsoft.com/office/drawing/2014/main" id="{1ED2D652-39B2-EE39-0C93-509936CAF4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446415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7" name="Graphic 96" descr="User with solid fill">
                <a:extLst>
                  <a:ext uri="{FF2B5EF4-FFF2-40B4-BE49-F238E27FC236}">
                    <a16:creationId xmlns:a16="http://schemas.microsoft.com/office/drawing/2014/main" id="{021B2CD5-50FC-B8ED-A80E-1D8B4C2835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231251" y="413226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8" name="Graphic 97" descr="User with solid fill">
                <a:extLst>
                  <a:ext uri="{FF2B5EF4-FFF2-40B4-BE49-F238E27FC236}">
                    <a16:creationId xmlns:a16="http://schemas.microsoft.com/office/drawing/2014/main" id="{525C86C9-BD23-F969-1015-C43769AA06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037879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99" name="Graphic 98" descr="User with solid fill">
                <a:extLst>
                  <a:ext uri="{FF2B5EF4-FFF2-40B4-BE49-F238E27FC236}">
                    <a16:creationId xmlns:a16="http://schemas.microsoft.com/office/drawing/2014/main" id="{B6717E6E-72A0-1D3A-CC74-5EBCFCCF59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-151935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0" name="Graphic 99" descr="User with solid fill">
                <a:extLst>
                  <a:ext uri="{FF2B5EF4-FFF2-40B4-BE49-F238E27FC236}">
                    <a16:creationId xmlns:a16="http://schemas.microsoft.com/office/drawing/2014/main" id="{9A1CFAE6-737D-6561-A97E-1B1C36EB70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0607160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1" name="Graphic 100" descr="User with solid fill">
                <a:extLst>
                  <a:ext uri="{FF2B5EF4-FFF2-40B4-BE49-F238E27FC236}">
                    <a16:creationId xmlns:a16="http://schemas.microsoft.com/office/drawing/2014/main" id="{E8FE82BB-187D-2E87-4150-567AEDF380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409706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2" name="Graphic 101" descr="User with solid fill">
                <a:extLst>
                  <a:ext uri="{FF2B5EF4-FFF2-40B4-BE49-F238E27FC236}">
                    <a16:creationId xmlns:a16="http://schemas.microsoft.com/office/drawing/2014/main" id="{027EC1FE-1C12-4A1F-9827-09458AFF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8233540" y="4137629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3" name="Graphic 102" descr="User with solid fill">
                <a:extLst>
                  <a:ext uri="{FF2B5EF4-FFF2-40B4-BE49-F238E27FC236}">
                    <a16:creationId xmlns:a16="http://schemas.microsoft.com/office/drawing/2014/main" id="{41646605-5697-FC3C-A80A-DB67EB927B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036086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104" name="Graphic 103" descr="User with solid fill">
                <a:extLst>
                  <a:ext uri="{FF2B5EF4-FFF2-40B4-BE49-F238E27FC236}">
                    <a16:creationId xmlns:a16="http://schemas.microsoft.com/office/drawing/2014/main" id="{7F5A7CB1-B4FC-A8F9-2CFB-2999CE2C72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846272" y="4132267"/>
                <a:ext cx="1720800" cy="1720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360157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4B53F-82B8-AFA2-886B-9411045E1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87716D9-F005-8739-5C31-996BC2AC7232}"/>
              </a:ext>
            </a:extLst>
          </p:cNvPr>
          <p:cNvGrpSpPr/>
          <p:nvPr/>
        </p:nvGrpSpPr>
        <p:grpSpPr>
          <a:xfrm>
            <a:off x="0" y="2513667"/>
            <a:ext cx="12371296" cy="1830666"/>
            <a:chOff x="0" y="2940240"/>
            <a:chExt cx="12371296" cy="1830666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7B236B3-05B7-BAEE-522C-09BF773E85E9}"/>
                </a:ext>
              </a:extLst>
            </p:cNvPr>
            <p:cNvSpPr/>
            <p:nvPr/>
          </p:nvSpPr>
          <p:spPr>
            <a:xfrm>
              <a:off x="1468551" y="2940240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CEA4F17-4263-B79D-A61F-FA2DFF1B3117}"/>
                </a:ext>
              </a:extLst>
            </p:cNvPr>
            <p:cNvGrpSpPr/>
            <p:nvPr/>
          </p:nvGrpSpPr>
          <p:grpSpPr>
            <a:xfrm>
              <a:off x="0" y="2949948"/>
              <a:ext cx="12371296" cy="1775396"/>
              <a:chOff x="-27055" y="357261"/>
              <a:chExt cx="12371296" cy="1775396"/>
            </a:xfrm>
          </p:grpSpPr>
          <p:pic>
            <p:nvPicPr>
              <p:cNvPr id="7" name="Graphic 6" descr="Male profile with solid fill">
                <a:extLst>
                  <a:ext uri="{FF2B5EF4-FFF2-40B4-BE49-F238E27FC236}">
                    <a16:creationId xmlns:a16="http://schemas.microsoft.com/office/drawing/2014/main" id="{BD1E240B-3543-A827-E952-C3E8E7A53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706802" y="35726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" name="Graphic 7" descr="Male profile with solid fill">
                <a:extLst>
                  <a:ext uri="{FF2B5EF4-FFF2-40B4-BE49-F238E27FC236}">
                    <a16:creationId xmlns:a16="http://schemas.microsoft.com/office/drawing/2014/main" id="{378E5648-2940-3AB3-EC24-EC35544F8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890265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9" name="Graphic 8" descr="Male profile with solid fill">
                <a:extLst>
                  <a:ext uri="{FF2B5EF4-FFF2-40B4-BE49-F238E27FC236}">
                    <a16:creationId xmlns:a16="http://schemas.microsoft.com/office/drawing/2014/main" id="{E4E04381-98E0-B471-2BFB-00FAB89BB9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7073731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0" name="Graphic 9" descr="Male profile with solid fill">
                <a:extLst>
                  <a:ext uri="{FF2B5EF4-FFF2-40B4-BE49-F238E27FC236}">
                    <a16:creationId xmlns:a16="http://schemas.microsoft.com/office/drawing/2014/main" id="{7951A8FF-CC93-43EB-5304-3AF32D0613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8257194" y="357263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1" name="Graphic 10" descr="Male profile with solid fill">
                <a:extLst>
                  <a:ext uri="{FF2B5EF4-FFF2-40B4-BE49-F238E27FC236}">
                    <a16:creationId xmlns:a16="http://schemas.microsoft.com/office/drawing/2014/main" id="{3A994739-FCBB-40AD-E0DA-8D8445E17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347689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2" name="Graphic 11" descr="Male profile with solid fill">
                <a:extLst>
                  <a:ext uri="{FF2B5EF4-FFF2-40B4-BE49-F238E27FC236}">
                    <a16:creationId xmlns:a16="http://schemas.microsoft.com/office/drawing/2014/main" id="{80836DA8-055A-850F-E6A5-A03406FA7A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31152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3" name="Graphic 12" descr="Male profile with solid fill">
                <a:extLst>
                  <a:ext uri="{FF2B5EF4-FFF2-40B4-BE49-F238E27FC236}">
                    <a16:creationId xmlns:a16="http://schemas.microsoft.com/office/drawing/2014/main" id="{E9634E77-FB4C-B6B2-EB46-2D18237539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9440657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4" name="Graphic 13" descr="Male profile with solid fill">
                <a:extLst>
                  <a:ext uri="{FF2B5EF4-FFF2-40B4-BE49-F238E27FC236}">
                    <a16:creationId xmlns:a16="http://schemas.microsoft.com/office/drawing/2014/main" id="{9EA1AE3A-63CE-6483-F7EB-EDAD62CCB6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0624120" y="357261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5" name="Graphic 14" descr="Male profile with solid fill">
                <a:extLst>
                  <a:ext uri="{FF2B5EF4-FFF2-40B4-BE49-F238E27FC236}">
                    <a16:creationId xmlns:a16="http://schemas.microsoft.com/office/drawing/2014/main" id="{3C62DD8D-AE9A-E82A-390B-D2929C4B6C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-27055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6" name="Graphic 15" descr="Male profile with solid fill">
                <a:extLst>
                  <a:ext uri="{FF2B5EF4-FFF2-40B4-BE49-F238E27FC236}">
                    <a16:creationId xmlns:a16="http://schemas.microsoft.com/office/drawing/2014/main" id="{69F52F2C-AC65-4866-7C80-F7CE86910F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56408" y="357261"/>
                <a:ext cx="1720121" cy="1720121"/>
              </a:xfrm>
              <a:prstGeom prst="rect">
                <a:avLst/>
              </a:prstGeom>
            </p:spPr>
          </p:pic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567FFA7-8BB9-A2C4-BA98-DF90BF80B9C2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F764522-0BA2-11FC-0164-EADC454D31C1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D3DD72-0B11-4E68-C248-803B9AA04C92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F3006E5-4A31-3B27-0CAA-C808C6AE8365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2DACCA42-D29E-882C-873E-C1EB2BE77F12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464A19A-E7C9-3B10-F406-BD9A913DBA75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935C6BC-0423-CF6C-DD4E-4629BEFE27E9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F16828B-8EEB-93D3-D3F3-2C01949A67CF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C9BDFA0C-D2F2-4E0B-9A30-42EB74BA09CB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4514FB1-A00D-EC80-29D4-37E545C10689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5A7312C-6EFB-27C5-118E-6B40F5B8A4A0}"/>
              </a:ext>
            </a:extLst>
          </p:cNvPr>
          <p:cNvGrpSpPr/>
          <p:nvPr/>
        </p:nvGrpSpPr>
        <p:grpSpPr>
          <a:xfrm>
            <a:off x="-43336" y="357256"/>
            <a:ext cx="12404407" cy="1830666"/>
            <a:chOff x="-43336" y="357256"/>
            <a:chExt cx="12404407" cy="1830666"/>
          </a:xfrm>
        </p:grpSpPr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B51C6D35-25ED-D6E4-3BE7-E8391035B21C}"/>
                </a:ext>
              </a:extLst>
            </p:cNvPr>
            <p:cNvSpPr/>
            <p:nvPr/>
          </p:nvSpPr>
          <p:spPr>
            <a:xfrm>
              <a:off x="1426261" y="357256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3B24579-A34D-7919-561C-1A804F44AB40}"/>
                </a:ext>
              </a:extLst>
            </p:cNvPr>
            <p:cNvGrpSpPr/>
            <p:nvPr/>
          </p:nvGrpSpPr>
          <p:grpSpPr>
            <a:xfrm>
              <a:off x="-43336" y="357256"/>
              <a:ext cx="12404407" cy="1775401"/>
              <a:chOff x="-43336" y="357256"/>
              <a:chExt cx="12404407" cy="1775401"/>
            </a:xfrm>
          </p:grpSpPr>
          <p:pic>
            <p:nvPicPr>
              <p:cNvPr id="18" name="Graphic 17" descr="Female Profile with solid fill">
                <a:extLst>
                  <a:ext uri="{FF2B5EF4-FFF2-40B4-BE49-F238E27FC236}">
                    <a16:creationId xmlns:a16="http://schemas.microsoft.com/office/drawing/2014/main" id="{CB56A1A7-E979-2DE9-ECC6-12E4B37AB9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515357" y="357260"/>
                <a:ext cx="1720121" cy="1720121"/>
              </a:xfrm>
              <a:prstGeom prst="rect">
                <a:avLst/>
              </a:prstGeom>
            </p:spPr>
          </p:pic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50EF7A6-A7CB-A2E6-822C-19F58FC18339}"/>
                  </a:ext>
                </a:extLst>
              </p:cNvPr>
              <p:cNvGrpSpPr/>
              <p:nvPr/>
            </p:nvGrpSpPr>
            <p:grpSpPr>
              <a:xfrm>
                <a:off x="266700" y="1866900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3E24300-F72E-883C-417F-0637C6F887B1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96837617-92D7-ED66-002E-F9ACD1FF6045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7E5D3A7-91FB-63F5-6372-B81C76CFE51C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ADFDAD1-9416-94E4-3185-93102D009BFF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0BCABB1-D0EF-A3AE-F657-ED96D8A166B0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1238462-9613-2EA8-9498-6E46BDE3647B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A368EE-63E2-9150-F2FA-F7C892A01E5F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CD57032-8221-FCD5-EE9F-5CB8E6C571CE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3653F19-757D-10A9-513D-2B8EDA52112E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F8D880BA-CB50-7C8B-2881-812EE6560B30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20" name="Graphic 19" descr="Female Profile with solid fill">
                <a:extLst>
                  <a:ext uri="{FF2B5EF4-FFF2-40B4-BE49-F238E27FC236}">
                    <a16:creationId xmlns:a16="http://schemas.microsoft.com/office/drawing/2014/main" id="{CA7F1301-A4C2-B7FF-2BE6-44C921DE85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340007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1" name="Graphic 20" descr="Female Profile with solid fill">
                <a:extLst>
                  <a:ext uri="{FF2B5EF4-FFF2-40B4-BE49-F238E27FC236}">
                    <a16:creationId xmlns:a16="http://schemas.microsoft.com/office/drawing/2014/main" id="{798E2757-EF6E-99C6-C333-0E1C0652AF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145662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2" name="Graphic 21" descr="Female Profile with solid fill">
                <a:extLst>
                  <a:ext uri="{FF2B5EF4-FFF2-40B4-BE49-F238E27FC236}">
                    <a16:creationId xmlns:a16="http://schemas.microsoft.com/office/drawing/2014/main" id="{D13C5ECC-97EC-626F-4BAC-F483B8D4FB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-43336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3" name="Graphic 22" descr="Female Profile with solid fill">
                <a:extLst>
                  <a:ext uri="{FF2B5EF4-FFF2-40B4-BE49-F238E27FC236}">
                    <a16:creationId xmlns:a16="http://schemas.microsoft.com/office/drawing/2014/main" id="{88D8C701-66EE-5D3C-22BE-05FFC602F0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8996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4" name="Graphic 23" descr="Female Profile with solid fill">
                <a:extLst>
                  <a:ext uri="{FF2B5EF4-FFF2-40B4-BE49-F238E27FC236}">
                    <a16:creationId xmlns:a16="http://schemas.microsoft.com/office/drawing/2014/main" id="{BA5A1329-EFB6-D5B2-196A-F61BAFEFA2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71461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5" name="Graphic 24" descr="Female Profile with solid fill">
                <a:extLst>
                  <a:ext uri="{FF2B5EF4-FFF2-40B4-BE49-F238E27FC236}">
                    <a16:creationId xmlns:a16="http://schemas.microsoft.com/office/drawing/2014/main" id="{827D5307-7541-3530-6B8D-45BD8D50C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8266339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6" name="Graphic 25" descr="Female Profile with solid fill">
                <a:extLst>
                  <a:ext uri="{FF2B5EF4-FFF2-40B4-BE49-F238E27FC236}">
                    <a16:creationId xmlns:a16="http://schemas.microsoft.com/office/drawing/2014/main" id="{76935346-B1A8-B19B-EA38-A8E4E7F47D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77341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7" name="Graphic 26" descr="Female Profile with solid fill">
                <a:extLst>
                  <a:ext uri="{FF2B5EF4-FFF2-40B4-BE49-F238E27FC236}">
                    <a16:creationId xmlns:a16="http://schemas.microsoft.com/office/drawing/2014/main" id="{7BA55A56-3122-EC80-0400-B3FB8BDBAE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40950" y="35725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8" name="Graphic 27" descr="Female Profile with solid fill">
                <a:extLst>
                  <a:ext uri="{FF2B5EF4-FFF2-40B4-BE49-F238E27FC236}">
                    <a16:creationId xmlns:a16="http://schemas.microsoft.com/office/drawing/2014/main" id="{43549689-97CE-D7BF-ACE1-1CD5BA66F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451952" y="357256"/>
                <a:ext cx="1720121" cy="1720121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16EBDEA3-C2CB-F9DF-B26E-C2C7693A8EF1}"/>
              </a:ext>
            </a:extLst>
          </p:cNvPr>
          <p:cNvGrpSpPr/>
          <p:nvPr/>
        </p:nvGrpSpPr>
        <p:grpSpPr>
          <a:xfrm>
            <a:off x="6328" y="4689491"/>
            <a:ext cx="12444979" cy="1830666"/>
            <a:chOff x="25795" y="4422493"/>
            <a:chExt cx="12444979" cy="1830666"/>
          </a:xfrm>
        </p:grpSpPr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E4AC68EB-FA88-AE6A-2A98-9E21A5D66963}"/>
                </a:ext>
              </a:extLst>
            </p:cNvPr>
            <p:cNvSpPr/>
            <p:nvPr/>
          </p:nvSpPr>
          <p:spPr>
            <a:xfrm>
              <a:off x="1484787" y="4422493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025292E-328C-87FC-B837-16B1AA89CCAA}"/>
                </a:ext>
              </a:extLst>
            </p:cNvPr>
            <p:cNvGrpSpPr/>
            <p:nvPr/>
          </p:nvGrpSpPr>
          <p:grpSpPr>
            <a:xfrm>
              <a:off x="25795" y="4422493"/>
              <a:ext cx="12444979" cy="1780819"/>
              <a:chOff x="-117019" y="4132267"/>
              <a:chExt cx="12444979" cy="1780819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73E7F4C9-020D-8A28-EC8D-E2A44A1553D9}"/>
                  </a:ext>
                </a:extLst>
              </p:cNvPr>
              <p:cNvGrpSpPr/>
              <p:nvPr/>
            </p:nvGrpSpPr>
            <p:grpSpPr>
              <a:xfrm>
                <a:off x="204107" y="5647329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9F3FCBB1-7EDD-958F-4D21-175692A9CF9A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995B2607-C656-70B5-6759-CA91CB38131F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C722396-FECB-79F8-8AD9-FCE7B96BE9CB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F3AD260F-A183-B2BA-7D20-CA0DB53B3416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2160055E-47E7-CDC9-EAC8-155474CB60A1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0C97C852-2276-310E-C12D-87092BEA47D5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05207BA-04AD-A9C8-3930-0EC11B72E031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C37FE7EF-B91D-E5AD-BFF0-E18C88A45503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2842E404-F584-6C92-748F-0248F8150858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E5B198F-4D87-66CE-22F0-897EC8EA99A9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74" name="Graphic 73" descr="User with solid fill">
                <a:extLst>
                  <a:ext uri="{FF2B5EF4-FFF2-40B4-BE49-F238E27FC236}">
                    <a16:creationId xmlns:a16="http://schemas.microsoft.com/office/drawing/2014/main" id="{57E946A7-FA41-AD4A-0081-C868BFF335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4643869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5" name="Graphic 74" descr="User with solid fill">
                <a:extLst>
                  <a:ext uri="{FF2B5EF4-FFF2-40B4-BE49-F238E27FC236}">
                    <a16:creationId xmlns:a16="http://schemas.microsoft.com/office/drawing/2014/main" id="{673970F4-6E3C-B9DE-9611-347483D552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3446415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6" name="Graphic 75" descr="User with solid fill">
                <a:extLst>
                  <a:ext uri="{FF2B5EF4-FFF2-40B4-BE49-F238E27FC236}">
                    <a16:creationId xmlns:a16="http://schemas.microsoft.com/office/drawing/2014/main" id="{AAC901D9-C99C-7938-1958-1B40277C9D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2266167" y="413226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7" name="Graphic 76" descr="User with solid fill">
                <a:extLst>
                  <a:ext uri="{FF2B5EF4-FFF2-40B4-BE49-F238E27FC236}">
                    <a16:creationId xmlns:a16="http://schemas.microsoft.com/office/drawing/2014/main" id="{9873C407-977B-3D0C-7D36-38546F0A37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072795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8" name="Graphic 77" descr="User with solid fill">
                <a:extLst>
                  <a:ext uri="{FF2B5EF4-FFF2-40B4-BE49-F238E27FC236}">
                    <a16:creationId xmlns:a16="http://schemas.microsoft.com/office/drawing/2014/main" id="{293D3C12-2AB4-8C80-DF81-593E15CDAB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-117019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9" name="Graphic 78" descr="User with solid fill">
                <a:extLst>
                  <a:ext uri="{FF2B5EF4-FFF2-40B4-BE49-F238E27FC236}">
                    <a16:creationId xmlns:a16="http://schemas.microsoft.com/office/drawing/2014/main" id="{66D2D64E-475C-3E12-1BCC-6994EBCAB5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0607160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0" name="Graphic 79" descr="User with solid fill">
                <a:extLst>
                  <a:ext uri="{FF2B5EF4-FFF2-40B4-BE49-F238E27FC236}">
                    <a16:creationId xmlns:a16="http://schemas.microsoft.com/office/drawing/2014/main" id="{67E740C9-D3DF-A587-EE46-7165217DD1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409706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1" name="Graphic 80" descr="User with solid fill">
                <a:extLst>
                  <a:ext uri="{FF2B5EF4-FFF2-40B4-BE49-F238E27FC236}">
                    <a16:creationId xmlns:a16="http://schemas.microsoft.com/office/drawing/2014/main" id="{339FC11C-73C2-6FCF-1411-4D2EF1DAD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8233540" y="4137629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2" name="Graphic 81" descr="User with solid fill">
                <a:extLst>
                  <a:ext uri="{FF2B5EF4-FFF2-40B4-BE49-F238E27FC236}">
                    <a16:creationId xmlns:a16="http://schemas.microsoft.com/office/drawing/2014/main" id="{DDBE2AD6-1032-A15F-0909-7616624D28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7036086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3" name="Graphic 82" descr="User with solid fill">
                <a:extLst>
                  <a:ext uri="{FF2B5EF4-FFF2-40B4-BE49-F238E27FC236}">
                    <a16:creationId xmlns:a16="http://schemas.microsoft.com/office/drawing/2014/main" id="{7DF9A3B8-5D55-78DF-642A-2561B9C213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846272" y="4132267"/>
                <a:ext cx="1720800" cy="1720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813130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04D6A-D975-635F-9E41-6EAD341D4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3107CC3-F6C6-FA62-EE8C-80EC383CFA89}"/>
              </a:ext>
            </a:extLst>
          </p:cNvPr>
          <p:cNvGrpSpPr/>
          <p:nvPr/>
        </p:nvGrpSpPr>
        <p:grpSpPr>
          <a:xfrm>
            <a:off x="-43336" y="2513667"/>
            <a:ext cx="12414632" cy="1830666"/>
            <a:chOff x="-43336" y="2940240"/>
            <a:chExt cx="12414632" cy="1830666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E3BB3932-E644-5718-6609-D130D1DE5344}"/>
                </a:ext>
              </a:extLst>
            </p:cNvPr>
            <p:cNvSpPr/>
            <p:nvPr/>
          </p:nvSpPr>
          <p:spPr>
            <a:xfrm>
              <a:off x="1426347" y="2940240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C063EA3-8546-1D18-A4F9-09248D31AE45}"/>
                </a:ext>
              </a:extLst>
            </p:cNvPr>
            <p:cNvGrpSpPr/>
            <p:nvPr/>
          </p:nvGrpSpPr>
          <p:grpSpPr>
            <a:xfrm>
              <a:off x="-43336" y="2949948"/>
              <a:ext cx="12414632" cy="1775396"/>
              <a:chOff x="-70391" y="357261"/>
              <a:chExt cx="12414632" cy="1775396"/>
            </a:xfrm>
          </p:grpSpPr>
          <p:pic>
            <p:nvPicPr>
              <p:cNvPr id="7" name="Graphic 6" descr="Male profile with solid fill">
                <a:extLst>
                  <a:ext uri="{FF2B5EF4-FFF2-40B4-BE49-F238E27FC236}">
                    <a16:creationId xmlns:a16="http://schemas.microsoft.com/office/drawing/2014/main" id="{D1701743-1B64-63F2-E9DC-7F2261B1E3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663466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8" name="Graphic 7" descr="Male profile with solid fill">
                <a:extLst>
                  <a:ext uri="{FF2B5EF4-FFF2-40B4-BE49-F238E27FC236}">
                    <a16:creationId xmlns:a16="http://schemas.microsoft.com/office/drawing/2014/main" id="{46EC698A-AA43-9C89-F71D-05C3B77FCD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846929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9" name="Graphic 8" descr="Male profile with solid fill">
                <a:extLst>
                  <a:ext uri="{FF2B5EF4-FFF2-40B4-BE49-F238E27FC236}">
                    <a16:creationId xmlns:a16="http://schemas.microsoft.com/office/drawing/2014/main" id="{AB836057-083A-9FAF-CC81-372DF937F9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7073731" y="357264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0" name="Graphic 9" descr="Male profile with solid fill">
                <a:extLst>
                  <a:ext uri="{FF2B5EF4-FFF2-40B4-BE49-F238E27FC236}">
                    <a16:creationId xmlns:a16="http://schemas.microsoft.com/office/drawing/2014/main" id="{6D1A031E-6255-3ACC-A277-33E437F25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8257194" y="357263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1" name="Graphic 10" descr="Male profile with solid fill">
                <a:extLst>
                  <a:ext uri="{FF2B5EF4-FFF2-40B4-BE49-F238E27FC236}">
                    <a16:creationId xmlns:a16="http://schemas.microsoft.com/office/drawing/2014/main" id="{29604B9F-2AAB-5352-6872-F7979876A5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305485" y="357265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2" name="Graphic 11" descr="Male profile with solid fill">
                <a:extLst>
                  <a:ext uri="{FF2B5EF4-FFF2-40B4-BE49-F238E27FC236}">
                    <a16:creationId xmlns:a16="http://schemas.microsoft.com/office/drawing/2014/main" id="{462230BA-ACB9-3856-91A9-5FB98DE50F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487816" y="357263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3" name="Graphic 12" descr="Male profile with solid fill">
                <a:extLst>
                  <a:ext uri="{FF2B5EF4-FFF2-40B4-BE49-F238E27FC236}">
                    <a16:creationId xmlns:a16="http://schemas.microsoft.com/office/drawing/2014/main" id="{7C825295-42DE-C4B3-2128-88E946BDFA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9440657" y="357262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4" name="Graphic 13" descr="Male profile with solid fill">
                <a:extLst>
                  <a:ext uri="{FF2B5EF4-FFF2-40B4-BE49-F238E27FC236}">
                    <a16:creationId xmlns:a16="http://schemas.microsoft.com/office/drawing/2014/main" id="{5C094A90-B75B-510C-930E-9A6F8E6D0B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0624120" y="357261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5" name="Graphic 14" descr="Male profile with solid fill">
                <a:extLst>
                  <a:ext uri="{FF2B5EF4-FFF2-40B4-BE49-F238E27FC236}">
                    <a16:creationId xmlns:a16="http://schemas.microsoft.com/office/drawing/2014/main" id="{0E9EAB87-E79F-D0B9-BF5E-092A1ACE87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-70391" y="357261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16" name="Graphic 15" descr="Male profile with solid fill">
                <a:extLst>
                  <a:ext uri="{FF2B5EF4-FFF2-40B4-BE49-F238E27FC236}">
                    <a16:creationId xmlns:a16="http://schemas.microsoft.com/office/drawing/2014/main" id="{60120911-D9BF-4859-B01C-4A5E288F83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14204" y="357261"/>
                <a:ext cx="1720121" cy="1720121"/>
              </a:xfrm>
              <a:prstGeom prst="rect">
                <a:avLst/>
              </a:prstGeom>
            </p:spPr>
          </p:pic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08F4509-A933-717B-3F06-F0E7540CCF0C}"/>
                  </a:ext>
                </a:extLst>
              </p:cNvPr>
              <p:cNvSpPr txBox="1"/>
              <p:nvPr/>
            </p:nvSpPr>
            <p:spPr>
              <a:xfrm>
                <a:off x="266700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2B1A636-86B6-9B84-C3FC-9C6675A9D1D6}"/>
                  </a:ext>
                </a:extLst>
              </p:cNvPr>
              <p:cNvSpPr txBox="1"/>
              <p:nvPr/>
            </p:nvSpPr>
            <p:spPr>
              <a:xfrm>
                <a:off x="1455228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7CF5418-17C9-BF3B-F38B-E96DE36A55EB}"/>
                  </a:ext>
                </a:extLst>
              </p:cNvPr>
              <p:cNvSpPr txBox="1"/>
              <p:nvPr/>
            </p:nvSpPr>
            <p:spPr>
              <a:xfrm>
                <a:off x="2642599" y="1871047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3197290-9309-4806-0896-A84FACC998EF}"/>
                  </a:ext>
                </a:extLst>
              </p:cNvPr>
              <p:cNvSpPr txBox="1"/>
              <p:nvPr/>
            </p:nvSpPr>
            <p:spPr>
              <a:xfrm>
                <a:off x="382606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DE0FCFB-39D3-9C71-7436-4B9F564F9479}"/>
                  </a:ext>
                </a:extLst>
              </p:cNvPr>
              <p:cNvSpPr txBox="1"/>
              <p:nvPr/>
            </p:nvSpPr>
            <p:spPr>
              <a:xfrm>
                <a:off x="5001712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5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4D9A464-906C-8EA5-362D-798DCEBC6EA5}"/>
                  </a:ext>
                </a:extLst>
              </p:cNvPr>
              <p:cNvSpPr txBox="1"/>
              <p:nvPr/>
            </p:nvSpPr>
            <p:spPr>
              <a:xfrm>
                <a:off x="6185175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6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40AAD94-F94F-48DB-BFDE-30FCFCDE8CF8}"/>
                  </a:ext>
                </a:extLst>
              </p:cNvPr>
              <p:cNvSpPr txBox="1"/>
              <p:nvPr/>
            </p:nvSpPr>
            <p:spPr>
              <a:xfrm>
                <a:off x="736864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7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AAA20D2-54EE-8229-E50D-FEF898938B67}"/>
                  </a:ext>
                </a:extLst>
              </p:cNvPr>
              <p:cNvSpPr txBox="1"/>
              <p:nvPr/>
            </p:nvSpPr>
            <p:spPr>
              <a:xfrm>
                <a:off x="8552103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8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1458D72-870E-85BC-0290-C1AAE1A81C41}"/>
                  </a:ext>
                </a:extLst>
              </p:cNvPr>
              <p:cNvSpPr txBox="1"/>
              <p:nvPr/>
            </p:nvSpPr>
            <p:spPr>
              <a:xfrm>
                <a:off x="9735567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5CD440B-2700-53EA-B410-1C21BED9937C}"/>
                  </a:ext>
                </a:extLst>
              </p:cNvPr>
              <p:cNvSpPr txBox="1"/>
              <p:nvPr/>
            </p:nvSpPr>
            <p:spPr>
              <a:xfrm>
                <a:off x="10919031" y="1866900"/>
                <a:ext cx="113030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NO" sz="1100" dirty="0">
                    <a:solidFill>
                      <a:schemeClr val="bg2">
                        <a:lumMod val="50000"/>
                      </a:schemeClr>
                    </a:solidFill>
                  </a:rPr>
                  <a:t>10</a:t>
                </a:r>
              </a:p>
            </p:txBody>
          </p: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24B37CD9-8199-A568-AEBE-E228D05DD683}"/>
              </a:ext>
            </a:extLst>
          </p:cNvPr>
          <p:cNvGrpSpPr/>
          <p:nvPr/>
        </p:nvGrpSpPr>
        <p:grpSpPr>
          <a:xfrm>
            <a:off x="-43336" y="357256"/>
            <a:ext cx="12404407" cy="1830666"/>
            <a:chOff x="-43336" y="357256"/>
            <a:chExt cx="12404407" cy="1830666"/>
          </a:xfrm>
        </p:grpSpPr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0F45B697-EB26-4337-8159-9C7600214E1C}"/>
                </a:ext>
              </a:extLst>
            </p:cNvPr>
            <p:cNvSpPr/>
            <p:nvPr/>
          </p:nvSpPr>
          <p:spPr>
            <a:xfrm>
              <a:off x="1426261" y="357256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8A5D175-B4B9-103B-1204-411346DE7867}"/>
                </a:ext>
              </a:extLst>
            </p:cNvPr>
            <p:cNvGrpSpPr/>
            <p:nvPr/>
          </p:nvGrpSpPr>
          <p:grpSpPr>
            <a:xfrm>
              <a:off x="-43336" y="357256"/>
              <a:ext cx="12404407" cy="1775401"/>
              <a:chOff x="-43336" y="357256"/>
              <a:chExt cx="12404407" cy="1775401"/>
            </a:xfrm>
          </p:grpSpPr>
          <p:pic>
            <p:nvPicPr>
              <p:cNvPr id="18" name="Graphic 17" descr="Female Profile with solid fill">
                <a:extLst>
                  <a:ext uri="{FF2B5EF4-FFF2-40B4-BE49-F238E27FC236}">
                    <a16:creationId xmlns:a16="http://schemas.microsoft.com/office/drawing/2014/main" id="{39AACD2D-1DF5-8D65-6CFD-10A1027FDE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515357" y="357260"/>
                <a:ext cx="1720121" cy="1720121"/>
              </a:xfrm>
              <a:prstGeom prst="rect">
                <a:avLst/>
              </a:prstGeom>
            </p:spPr>
          </p:pic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4C3ABAB-570B-3D74-8F04-D160EDFA2000}"/>
                  </a:ext>
                </a:extLst>
              </p:cNvPr>
              <p:cNvGrpSpPr/>
              <p:nvPr/>
            </p:nvGrpSpPr>
            <p:grpSpPr>
              <a:xfrm>
                <a:off x="266700" y="1866900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DAB0779-F88E-27AD-95F4-6052624AEB4D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41C45C2-D1DB-EBE5-14DC-AABB80BA03B6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08E3F850-25B8-1086-01DB-9539CE998EB5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BB717F9-3648-9D8F-1919-244ED045C5A4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724C4E5-35D7-AAAA-BC76-6F83D6D53226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DF19B29-108B-CECE-C781-7D2EF36B2A1D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618EB38-E03B-0F55-6FF2-CEA05D667106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F0783781-7F05-8F99-CF42-FB25C890A500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FC036FA-EB46-8236-DA12-2E372F18F006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591F4014-E8EE-025C-2172-AE2DF2FF721E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20" name="Graphic 19" descr="Female Profile with solid fill">
                <a:extLst>
                  <a:ext uri="{FF2B5EF4-FFF2-40B4-BE49-F238E27FC236}">
                    <a16:creationId xmlns:a16="http://schemas.microsoft.com/office/drawing/2014/main" id="{71A3D926-E81F-AF86-1CD6-E66516A95C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340007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1" name="Graphic 20" descr="Female Profile with solid fill">
                <a:extLst>
                  <a:ext uri="{FF2B5EF4-FFF2-40B4-BE49-F238E27FC236}">
                    <a16:creationId xmlns:a16="http://schemas.microsoft.com/office/drawing/2014/main" id="{6D479A2A-AB85-63A2-5E15-FEC22964C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145662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2" name="Graphic 21" descr="Female Profile with solid fill">
                <a:extLst>
                  <a:ext uri="{FF2B5EF4-FFF2-40B4-BE49-F238E27FC236}">
                    <a16:creationId xmlns:a16="http://schemas.microsoft.com/office/drawing/2014/main" id="{D691B0B3-75C1-5652-670A-6E5F1416E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-43336" y="357260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3" name="Graphic 22" descr="Female Profile with solid fill">
                <a:extLst>
                  <a:ext uri="{FF2B5EF4-FFF2-40B4-BE49-F238E27FC236}">
                    <a16:creationId xmlns:a16="http://schemas.microsoft.com/office/drawing/2014/main" id="{FC50DA18-ACCC-DBAA-3ADA-698CE1C848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8996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4" name="Graphic 23" descr="Female Profile with solid fill">
                <a:extLst>
                  <a:ext uri="{FF2B5EF4-FFF2-40B4-BE49-F238E27FC236}">
                    <a16:creationId xmlns:a16="http://schemas.microsoft.com/office/drawing/2014/main" id="{DC1B63F3-60AA-ED8E-FBCD-F00DBC199F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714618" y="357258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5" name="Graphic 24" descr="Female Profile with solid fill">
                <a:extLst>
                  <a:ext uri="{FF2B5EF4-FFF2-40B4-BE49-F238E27FC236}">
                    <a16:creationId xmlns:a16="http://schemas.microsoft.com/office/drawing/2014/main" id="{1AB8965F-D025-8644-1ADA-DB6D5AF12A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266339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6" name="Graphic 25" descr="Female Profile with solid fill">
                <a:extLst>
                  <a:ext uri="{FF2B5EF4-FFF2-40B4-BE49-F238E27FC236}">
                    <a16:creationId xmlns:a16="http://schemas.microsoft.com/office/drawing/2014/main" id="{E181D2BF-CA98-A4FD-4357-51DE7A4011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77341" y="357257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7" name="Graphic 26" descr="Female Profile with solid fill">
                <a:extLst>
                  <a:ext uri="{FF2B5EF4-FFF2-40B4-BE49-F238E27FC236}">
                    <a16:creationId xmlns:a16="http://schemas.microsoft.com/office/drawing/2014/main" id="{241D7C86-759C-0CAE-327E-3D9D83A4D4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40950" y="357256"/>
                <a:ext cx="1720121" cy="1720121"/>
              </a:xfrm>
              <a:prstGeom prst="rect">
                <a:avLst/>
              </a:prstGeom>
            </p:spPr>
          </p:pic>
          <p:pic>
            <p:nvPicPr>
              <p:cNvPr id="28" name="Graphic 27" descr="Female Profile with solid fill">
                <a:extLst>
                  <a:ext uri="{FF2B5EF4-FFF2-40B4-BE49-F238E27FC236}">
                    <a16:creationId xmlns:a16="http://schemas.microsoft.com/office/drawing/2014/main" id="{E2456673-3D4B-0711-28EB-301A7DE8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451952" y="357256"/>
                <a:ext cx="1720121" cy="1720121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6094EA6-3674-19E3-7981-30310E993008}"/>
              </a:ext>
            </a:extLst>
          </p:cNvPr>
          <p:cNvGrpSpPr/>
          <p:nvPr/>
        </p:nvGrpSpPr>
        <p:grpSpPr>
          <a:xfrm>
            <a:off x="6328" y="4689491"/>
            <a:ext cx="12444979" cy="1830666"/>
            <a:chOff x="25795" y="4422493"/>
            <a:chExt cx="12444979" cy="1830666"/>
          </a:xfrm>
        </p:grpSpPr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3AE6FA8D-2EBE-6184-36DA-B72E6C26B72C}"/>
                </a:ext>
              </a:extLst>
            </p:cNvPr>
            <p:cNvSpPr/>
            <p:nvPr/>
          </p:nvSpPr>
          <p:spPr>
            <a:xfrm>
              <a:off x="1484787" y="4422493"/>
              <a:ext cx="2340000" cy="1830666"/>
            </a:xfrm>
            <a:prstGeom prst="roundRect">
              <a:avLst>
                <a:gd name="adj" fmla="val 11754"/>
              </a:avLst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19EA0A10-6B1B-0918-AB25-1BCDCA8F6226}"/>
                </a:ext>
              </a:extLst>
            </p:cNvPr>
            <p:cNvGrpSpPr/>
            <p:nvPr/>
          </p:nvGrpSpPr>
          <p:grpSpPr>
            <a:xfrm>
              <a:off x="25795" y="4422493"/>
              <a:ext cx="12444979" cy="1780819"/>
              <a:chOff x="-117019" y="4132267"/>
              <a:chExt cx="12444979" cy="1780819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01C31B7D-B7D6-DEBE-2A4E-AE5530F50A2B}"/>
                  </a:ext>
                </a:extLst>
              </p:cNvPr>
              <p:cNvGrpSpPr/>
              <p:nvPr/>
            </p:nvGrpSpPr>
            <p:grpSpPr>
              <a:xfrm>
                <a:off x="204107" y="5647329"/>
                <a:ext cx="11782631" cy="265757"/>
                <a:chOff x="266700" y="1866900"/>
                <a:chExt cx="11782631" cy="265757"/>
              </a:xfrm>
            </p:grpSpPr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DAD5917E-ECDB-B097-FA58-9B15BAFF94E6}"/>
                    </a:ext>
                  </a:extLst>
                </p:cNvPr>
                <p:cNvSpPr txBox="1"/>
                <p:nvPr/>
              </p:nvSpPr>
              <p:spPr>
                <a:xfrm>
                  <a:off x="266700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3BF198B-5226-8894-5DA9-D8C65110ACD4}"/>
                    </a:ext>
                  </a:extLst>
                </p:cNvPr>
                <p:cNvSpPr txBox="1"/>
                <p:nvPr/>
              </p:nvSpPr>
              <p:spPr>
                <a:xfrm>
                  <a:off x="1455228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8C63E0A-D663-C504-F784-19C83BFCBE5D}"/>
                    </a:ext>
                  </a:extLst>
                </p:cNvPr>
                <p:cNvSpPr txBox="1"/>
                <p:nvPr/>
              </p:nvSpPr>
              <p:spPr>
                <a:xfrm>
                  <a:off x="2642599" y="1871047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A2CB0C29-3135-C2E4-19BB-61EBB36E7DA3}"/>
                    </a:ext>
                  </a:extLst>
                </p:cNvPr>
                <p:cNvSpPr txBox="1"/>
                <p:nvPr/>
              </p:nvSpPr>
              <p:spPr>
                <a:xfrm>
                  <a:off x="382606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97A115B0-A289-FB48-425F-DA2A0FA5CBB6}"/>
                    </a:ext>
                  </a:extLst>
                </p:cNvPr>
                <p:cNvSpPr txBox="1"/>
                <p:nvPr/>
              </p:nvSpPr>
              <p:spPr>
                <a:xfrm>
                  <a:off x="5001712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FC62C04A-5B57-6A86-F670-5EEEB8A468B6}"/>
                    </a:ext>
                  </a:extLst>
                </p:cNvPr>
                <p:cNvSpPr txBox="1"/>
                <p:nvPr/>
              </p:nvSpPr>
              <p:spPr>
                <a:xfrm>
                  <a:off x="6185175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7C4AD3B-A76B-DB82-2C67-E29C3F8624B9}"/>
                    </a:ext>
                  </a:extLst>
                </p:cNvPr>
                <p:cNvSpPr txBox="1"/>
                <p:nvPr/>
              </p:nvSpPr>
              <p:spPr>
                <a:xfrm>
                  <a:off x="736864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7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F3CD488-C07E-02A8-BA32-5F47A4E38943}"/>
                    </a:ext>
                  </a:extLst>
                </p:cNvPr>
                <p:cNvSpPr txBox="1"/>
                <p:nvPr/>
              </p:nvSpPr>
              <p:spPr>
                <a:xfrm>
                  <a:off x="8552103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8</a:t>
                  </a: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A5828D0-DE97-B54D-D999-16179DBDDFAF}"/>
                    </a:ext>
                  </a:extLst>
                </p:cNvPr>
                <p:cNvSpPr txBox="1"/>
                <p:nvPr/>
              </p:nvSpPr>
              <p:spPr>
                <a:xfrm>
                  <a:off x="9735567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9</a:t>
                  </a: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A7EA118-5DFE-5376-673E-63D9F412C807}"/>
                    </a:ext>
                  </a:extLst>
                </p:cNvPr>
                <p:cNvSpPr txBox="1"/>
                <p:nvPr/>
              </p:nvSpPr>
              <p:spPr>
                <a:xfrm>
                  <a:off x="10919031" y="1866900"/>
                  <a:ext cx="113030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NO" sz="1100" dirty="0">
                      <a:solidFill>
                        <a:schemeClr val="bg2">
                          <a:lumMod val="50000"/>
                        </a:schemeClr>
                      </a:solidFill>
                    </a:rPr>
                    <a:t>10</a:t>
                  </a:r>
                </a:p>
              </p:txBody>
            </p:sp>
          </p:grpSp>
          <p:pic>
            <p:nvPicPr>
              <p:cNvPr id="74" name="Graphic 73" descr="User with solid fill">
                <a:extLst>
                  <a:ext uri="{FF2B5EF4-FFF2-40B4-BE49-F238E27FC236}">
                    <a16:creationId xmlns:a16="http://schemas.microsoft.com/office/drawing/2014/main" id="{EA1D189B-E42E-06FF-AE3F-704F1A4714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643869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5" name="Graphic 74" descr="User with solid fill">
                <a:extLst>
                  <a:ext uri="{FF2B5EF4-FFF2-40B4-BE49-F238E27FC236}">
                    <a16:creationId xmlns:a16="http://schemas.microsoft.com/office/drawing/2014/main" id="{C5F35EE2-2707-DB92-FD0B-B745701DE3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446415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6" name="Graphic 75" descr="User with solid fill">
                <a:extLst>
                  <a:ext uri="{FF2B5EF4-FFF2-40B4-BE49-F238E27FC236}">
                    <a16:creationId xmlns:a16="http://schemas.microsoft.com/office/drawing/2014/main" id="{798F3407-EC56-0644-A889-D06AB5C7B0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266167" y="413226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7" name="Graphic 76" descr="User with solid fill">
                <a:extLst>
                  <a:ext uri="{FF2B5EF4-FFF2-40B4-BE49-F238E27FC236}">
                    <a16:creationId xmlns:a16="http://schemas.microsoft.com/office/drawing/2014/main" id="{5C484E65-0D51-D523-28F0-AF285BD50E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072795" y="4133608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8" name="Graphic 77" descr="User with solid fill">
                <a:extLst>
                  <a:ext uri="{FF2B5EF4-FFF2-40B4-BE49-F238E27FC236}">
                    <a16:creationId xmlns:a16="http://schemas.microsoft.com/office/drawing/2014/main" id="{E479F814-7783-3223-DC62-DE31BDC697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-117019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79" name="Graphic 78" descr="User with solid fill">
                <a:extLst>
                  <a:ext uri="{FF2B5EF4-FFF2-40B4-BE49-F238E27FC236}">
                    <a16:creationId xmlns:a16="http://schemas.microsoft.com/office/drawing/2014/main" id="{8B97968D-251C-8310-F0DC-404645F064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0607160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0" name="Graphic 79" descr="User with solid fill">
                <a:extLst>
                  <a:ext uri="{FF2B5EF4-FFF2-40B4-BE49-F238E27FC236}">
                    <a16:creationId xmlns:a16="http://schemas.microsoft.com/office/drawing/2014/main" id="{2D474775-30C7-853A-BD9D-35C71B44B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9409706" y="4133547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1" name="Graphic 80" descr="User with solid fill">
                <a:extLst>
                  <a:ext uri="{FF2B5EF4-FFF2-40B4-BE49-F238E27FC236}">
                    <a16:creationId xmlns:a16="http://schemas.microsoft.com/office/drawing/2014/main" id="{9F892EFF-16D9-AC38-BC23-EC2B1A066C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8233540" y="4137629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2" name="Graphic 81" descr="User with solid fill">
                <a:extLst>
                  <a:ext uri="{FF2B5EF4-FFF2-40B4-BE49-F238E27FC236}">
                    <a16:creationId xmlns:a16="http://schemas.microsoft.com/office/drawing/2014/main" id="{5BE28A90-D094-CEE3-0B52-E3826AA30F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036086" y="4137690"/>
                <a:ext cx="1720800" cy="1720800"/>
              </a:xfrm>
              <a:prstGeom prst="rect">
                <a:avLst/>
              </a:prstGeom>
            </p:spPr>
          </p:pic>
          <p:pic>
            <p:nvPicPr>
              <p:cNvPr id="83" name="Graphic 82" descr="User with solid fill">
                <a:extLst>
                  <a:ext uri="{FF2B5EF4-FFF2-40B4-BE49-F238E27FC236}">
                    <a16:creationId xmlns:a16="http://schemas.microsoft.com/office/drawing/2014/main" id="{1A4D99BE-9BC4-1154-EB0B-85AD78CA6A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846272" y="4132267"/>
                <a:ext cx="1720800" cy="1720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718056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1471</TotalTime>
  <Words>240</Words>
  <Application>Microsoft Macintosh PowerPoint</Application>
  <PresentationFormat>Widescreen</PresentationFormat>
  <Paragraphs>240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Connor O’Leary</dc:creator>
  <cp:lastModifiedBy>Ethan Connor O’Leary</cp:lastModifiedBy>
  <cp:revision>1</cp:revision>
  <dcterms:created xsi:type="dcterms:W3CDTF">2026-07-21T10:10:40Z</dcterms:created>
  <dcterms:modified xsi:type="dcterms:W3CDTF">2026-07-22T10:42:25Z</dcterms:modified>
</cp:coreProperties>
</file>