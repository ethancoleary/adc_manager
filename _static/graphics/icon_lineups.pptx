
<file path=[Content_Types].xml><?xml version="1.0" encoding="utf-8"?>
<Types xmlns="http://schemas.openxmlformats.org/package/2006/content-types">
  <Default Extension="jpeg" ContentType="image/jpeg"/>
  <Default Extension="rels" ContentType="application/vnd.openxmlformats-package.relationships+xml"/>
  <Default Extension="svg" ContentType="image/svg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60" r:id="rId2"/>
    <p:sldId id="256" r:id="rId3"/>
    <p:sldId id="261" r:id="rId4"/>
    <p:sldId id="257" r:id="rId5"/>
    <p:sldId id="262" r:id="rId6"/>
    <p:sldId id="258" r:id="rId7"/>
    <p:sldId id="263" r:id="rId8"/>
    <p:sldId id="259" r:id="rId9"/>
    <p:sldId id="264" r:id="rId10"/>
  </p:sldIdLst>
  <p:sldSz cx="12192000" cy="6858000"/>
  <p:notesSz cx="6858000" cy="9144000"/>
  <p:defaultTextStyle>
    <a:defPPr>
      <a:defRPr lang="en-NO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21958"/>
    <p:restoredTop sz="94564"/>
  </p:normalViewPr>
  <p:slideViewPr>
    <p:cSldViewPr snapToGrid="0">
      <p:cViewPr>
        <p:scale>
          <a:sx n="91" d="100"/>
          <a:sy n="91" d="100"/>
        </p:scale>
        <p:origin x="712" y="688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theme" Target="theme/theme1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viewProps" Target="viewProp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presProps" Target="presProps.xml"/><Relationship Id="rId5" Type="http://schemas.openxmlformats.org/officeDocument/2006/relationships/slide" Target="slides/slide4.xml"/><Relationship Id="rId10" Type="http://schemas.openxmlformats.org/officeDocument/2006/relationships/slide" Target="slides/slide9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tableStyles" Target="tableStyles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57CA38F-6593-2CCF-FE0C-0E9457D1C8E4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n-GB"/>
              <a:t>Click to edit Master title style</a:t>
            </a:r>
            <a:endParaRPr lang="en-NO"/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B9EB06EC-90F1-FA8A-3BF6-514E37BBAE55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GB"/>
              <a:t>Click to edit Master subtitle style</a:t>
            </a:r>
            <a:endParaRPr lang="en-NO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E76BB122-8D46-7642-B6FA-764B716637B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237F7A7-1329-994A-9257-DEAD125D702F}" type="datetimeFigureOut">
              <a:rPr lang="en-NO" smtClean="0"/>
              <a:t>21/07/2026</a:t>
            </a:fld>
            <a:endParaRPr lang="en-NO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346FDCFB-22BB-7CA6-CCA9-7B75D03226F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NO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38885CFC-3CFA-ECFB-C1BF-1D0197499DF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9D0FD25-4A47-EA4B-BC55-223019DE6452}" type="slidenum">
              <a:rPr lang="en-NO" smtClean="0"/>
              <a:t>‹#›</a:t>
            </a:fld>
            <a:endParaRPr lang="en-NO"/>
          </a:p>
        </p:txBody>
      </p:sp>
    </p:spTree>
    <p:extLst>
      <p:ext uri="{BB962C8B-B14F-4D97-AF65-F5344CB8AC3E}">
        <p14:creationId xmlns:p14="http://schemas.microsoft.com/office/powerpoint/2010/main" val="3541375125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94C17AC-E70D-8A55-6F6C-BCBA76AF136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B"/>
              <a:t>Click to edit Master title style</a:t>
            </a:r>
            <a:endParaRPr lang="en-NO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8D655F58-D487-9A50-3388-AD531325D765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  <a:endParaRPr lang="en-NO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553FBD33-FE7B-A39A-C4C7-8F15EECB1E32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237F7A7-1329-994A-9257-DEAD125D702F}" type="datetimeFigureOut">
              <a:rPr lang="en-NO" smtClean="0"/>
              <a:t>21/07/2026</a:t>
            </a:fld>
            <a:endParaRPr lang="en-NO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FA28271E-2565-9593-10F7-F7F12FA1C76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NO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CAC6CC9C-4AF0-E39B-64B3-A399DABD306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9D0FD25-4A47-EA4B-BC55-223019DE6452}" type="slidenum">
              <a:rPr lang="en-NO" smtClean="0"/>
              <a:t>‹#›</a:t>
            </a:fld>
            <a:endParaRPr lang="en-NO"/>
          </a:p>
        </p:txBody>
      </p:sp>
    </p:spTree>
    <p:extLst>
      <p:ext uri="{BB962C8B-B14F-4D97-AF65-F5344CB8AC3E}">
        <p14:creationId xmlns:p14="http://schemas.microsoft.com/office/powerpoint/2010/main" val="59830559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6DE08C2-350B-225A-99A2-A2B73BD97091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n-GB"/>
              <a:t>Click to edit Master title style</a:t>
            </a:r>
            <a:endParaRPr lang="en-NO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6C8D84D2-5089-D412-7F0B-33BF94AFC56A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82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82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82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9pPr>
          </a:lstStyle>
          <a:p>
            <a:pPr lvl="0"/>
            <a:r>
              <a:rPr lang="en-GB"/>
              <a:t>Click to edit Master text styles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185338A4-ECEC-EE63-7B7E-307E5111E992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237F7A7-1329-994A-9257-DEAD125D702F}" type="datetimeFigureOut">
              <a:rPr lang="en-NO" smtClean="0"/>
              <a:t>21/07/2026</a:t>
            </a:fld>
            <a:endParaRPr lang="en-NO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B46F26FB-2144-F1FD-ACEF-5E0874E68C9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NO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60931D80-455E-F354-BCA7-FA6282FD810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9D0FD25-4A47-EA4B-BC55-223019DE6452}" type="slidenum">
              <a:rPr lang="en-NO" smtClean="0"/>
              <a:t>‹#›</a:t>
            </a:fld>
            <a:endParaRPr lang="en-NO"/>
          </a:p>
        </p:txBody>
      </p:sp>
    </p:spTree>
    <p:extLst>
      <p:ext uri="{BB962C8B-B14F-4D97-AF65-F5344CB8AC3E}">
        <p14:creationId xmlns:p14="http://schemas.microsoft.com/office/powerpoint/2010/main" val="759871112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C839B84-DD35-B427-BEF1-D2034E3AEB6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B"/>
              <a:t>Click to edit Master title style</a:t>
            </a:r>
            <a:endParaRPr lang="en-NO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9BFB7CE8-ECD3-892F-4908-26071D95B32C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  <a:endParaRPr lang="en-NO"/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3C123BAB-1D4B-36C4-AF6B-FBB9A8722903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  <a:endParaRPr lang="en-NO"/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8DD5A162-69F6-9C8D-34E8-18F65D243A0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237F7A7-1329-994A-9257-DEAD125D702F}" type="datetimeFigureOut">
              <a:rPr lang="en-NO" smtClean="0"/>
              <a:t>21/07/2026</a:t>
            </a:fld>
            <a:endParaRPr lang="en-NO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1112776D-2CAE-9F0F-5B8E-6A23A6E6822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NO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04F8D072-ED99-3681-6C31-563457946D9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9D0FD25-4A47-EA4B-BC55-223019DE6452}" type="slidenum">
              <a:rPr lang="en-NO" smtClean="0"/>
              <a:t>‹#›</a:t>
            </a:fld>
            <a:endParaRPr lang="en-NO"/>
          </a:p>
        </p:txBody>
      </p:sp>
    </p:spTree>
    <p:extLst>
      <p:ext uri="{BB962C8B-B14F-4D97-AF65-F5344CB8AC3E}">
        <p14:creationId xmlns:p14="http://schemas.microsoft.com/office/powerpoint/2010/main" val="4250577773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1E42C77-BBC8-C5A3-570C-C31EB32133DB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en-GB"/>
              <a:t>Click to edit Master title style</a:t>
            </a:r>
            <a:endParaRPr lang="en-NO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0793D5A7-0C7A-CA93-A647-75203A5EA9AE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GB"/>
              <a:t>Click to edit Master text styles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324F82CA-8B69-07C3-EB17-7D7529497166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  <a:endParaRPr lang="en-NO"/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A92001DB-2C8B-3103-927D-4E32287E56BB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GB"/>
              <a:t>Click to edit Master text styles</a:t>
            </a:r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ACC62DEE-4767-6DC8-3852-B0DF52C69289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  <a:endParaRPr lang="en-NO"/>
          </a:p>
        </p:txBody>
      </p:sp>
      <p:sp>
        <p:nvSpPr>
          <p:cNvPr id="7" name="Date Placeholder 6">
            <a:extLst>
              <a:ext uri="{FF2B5EF4-FFF2-40B4-BE49-F238E27FC236}">
                <a16:creationId xmlns:a16="http://schemas.microsoft.com/office/drawing/2014/main" id="{5C7E2A1F-B90C-7718-E1DB-985A4DB89AD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237F7A7-1329-994A-9257-DEAD125D702F}" type="datetimeFigureOut">
              <a:rPr lang="en-NO" smtClean="0"/>
              <a:t>21/07/2026</a:t>
            </a:fld>
            <a:endParaRPr lang="en-NO"/>
          </a:p>
        </p:txBody>
      </p:sp>
      <p:sp>
        <p:nvSpPr>
          <p:cNvPr id="8" name="Footer Placeholder 7">
            <a:extLst>
              <a:ext uri="{FF2B5EF4-FFF2-40B4-BE49-F238E27FC236}">
                <a16:creationId xmlns:a16="http://schemas.microsoft.com/office/drawing/2014/main" id="{EE0C126C-40AE-25E3-BBA1-BE35102E69C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NO"/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D9942FC0-64A8-82E1-4470-A7BD1FEEFB6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9D0FD25-4A47-EA4B-BC55-223019DE6452}" type="slidenum">
              <a:rPr lang="en-NO" smtClean="0"/>
              <a:t>‹#›</a:t>
            </a:fld>
            <a:endParaRPr lang="en-NO"/>
          </a:p>
        </p:txBody>
      </p:sp>
    </p:spTree>
    <p:extLst>
      <p:ext uri="{BB962C8B-B14F-4D97-AF65-F5344CB8AC3E}">
        <p14:creationId xmlns:p14="http://schemas.microsoft.com/office/powerpoint/2010/main" val="2490368088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2FC9A10-D387-4F88-23FB-EDCA4341180F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B"/>
              <a:t>Click to edit Master title style</a:t>
            </a:r>
            <a:endParaRPr lang="en-NO"/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2E7023C6-BA4A-84DA-ED8E-7A739CF1F252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237F7A7-1329-994A-9257-DEAD125D702F}" type="datetimeFigureOut">
              <a:rPr lang="en-NO" smtClean="0"/>
              <a:t>21/07/2026</a:t>
            </a:fld>
            <a:endParaRPr lang="en-NO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5CCFB8DF-C034-9673-585D-E2D7F242530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NO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F62785A0-0B97-027B-9B49-305F372933F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9D0FD25-4A47-EA4B-BC55-223019DE6452}" type="slidenum">
              <a:rPr lang="en-NO" smtClean="0"/>
              <a:t>‹#›</a:t>
            </a:fld>
            <a:endParaRPr lang="en-NO"/>
          </a:p>
        </p:txBody>
      </p:sp>
    </p:spTree>
    <p:extLst>
      <p:ext uri="{BB962C8B-B14F-4D97-AF65-F5344CB8AC3E}">
        <p14:creationId xmlns:p14="http://schemas.microsoft.com/office/powerpoint/2010/main" val="4248817230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4354C4FF-BD57-8CAE-DBDC-99EF2988BA6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237F7A7-1329-994A-9257-DEAD125D702F}" type="datetimeFigureOut">
              <a:rPr lang="en-NO" smtClean="0"/>
              <a:t>21/07/2026</a:t>
            </a:fld>
            <a:endParaRPr lang="en-NO"/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4CB012FC-165A-C0E4-C625-C22AF6A380C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NO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581B2DDE-BCD6-6507-AB03-10E01DD6569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9D0FD25-4A47-EA4B-BC55-223019DE6452}" type="slidenum">
              <a:rPr lang="en-NO" smtClean="0"/>
              <a:t>‹#›</a:t>
            </a:fld>
            <a:endParaRPr lang="en-NO"/>
          </a:p>
        </p:txBody>
      </p:sp>
    </p:spTree>
    <p:extLst>
      <p:ext uri="{BB962C8B-B14F-4D97-AF65-F5344CB8AC3E}">
        <p14:creationId xmlns:p14="http://schemas.microsoft.com/office/powerpoint/2010/main" val="2208353129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DD49903-0872-4D24-94D6-5E44496FC3D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GB"/>
              <a:t>Click to edit Master title style</a:t>
            </a:r>
            <a:endParaRPr lang="en-NO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B95B3F70-9B1F-E1A4-77C3-6DCD8F996286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  <a:endParaRPr lang="en-NO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63EBCA65-019A-1588-6F75-04BA1BD262C6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GB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CD79CA60-7E8F-8CE4-3DD0-40463AE864B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237F7A7-1329-994A-9257-DEAD125D702F}" type="datetimeFigureOut">
              <a:rPr lang="en-NO" smtClean="0"/>
              <a:t>21/07/2026</a:t>
            </a:fld>
            <a:endParaRPr lang="en-NO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F9731101-5443-F7F4-92BA-D966335C736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NO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2E836A39-1A42-E9E7-AC31-05342F64894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9D0FD25-4A47-EA4B-BC55-223019DE6452}" type="slidenum">
              <a:rPr lang="en-NO" smtClean="0"/>
              <a:t>‹#›</a:t>
            </a:fld>
            <a:endParaRPr lang="en-NO"/>
          </a:p>
        </p:txBody>
      </p:sp>
    </p:spTree>
    <p:extLst>
      <p:ext uri="{BB962C8B-B14F-4D97-AF65-F5344CB8AC3E}">
        <p14:creationId xmlns:p14="http://schemas.microsoft.com/office/powerpoint/2010/main" val="866875491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F185B91-6D10-665C-4557-8605B11F2F8E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GB"/>
              <a:t>Click to edit Master title style</a:t>
            </a:r>
            <a:endParaRPr lang="en-NO"/>
          </a:p>
        </p:txBody>
      </p:sp>
      <p:sp>
        <p:nvSpPr>
          <p:cNvPr id="3" name="Picture Placeholder 2">
            <a:extLst>
              <a:ext uri="{FF2B5EF4-FFF2-40B4-BE49-F238E27FC236}">
                <a16:creationId xmlns:a16="http://schemas.microsoft.com/office/drawing/2014/main" id="{D0253074-CB98-6E4A-7EBE-5A46040A67A7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NO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D8DE3446-29C8-435E-059E-ADEA3DD15489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GB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ECDB695D-6048-C73A-6CEB-09F0CE7E93D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237F7A7-1329-994A-9257-DEAD125D702F}" type="datetimeFigureOut">
              <a:rPr lang="en-NO" smtClean="0"/>
              <a:t>21/07/2026</a:t>
            </a:fld>
            <a:endParaRPr lang="en-NO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48D7715A-7C1D-CACB-A7E0-3BCC509A2F2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NO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B4DE1E77-2A98-F056-A679-E0D5C0EA66A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9D0FD25-4A47-EA4B-BC55-223019DE6452}" type="slidenum">
              <a:rPr lang="en-NO" smtClean="0"/>
              <a:t>‹#›</a:t>
            </a:fld>
            <a:endParaRPr lang="en-NO"/>
          </a:p>
        </p:txBody>
      </p:sp>
    </p:spTree>
    <p:extLst>
      <p:ext uri="{BB962C8B-B14F-4D97-AF65-F5344CB8AC3E}">
        <p14:creationId xmlns:p14="http://schemas.microsoft.com/office/powerpoint/2010/main" val="2944458475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9BC7717-6FE0-6A90-2765-1C57B43C1E5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B"/>
              <a:t>Click to edit Master title style</a:t>
            </a:r>
            <a:endParaRPr lang="en-NO"/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3EB60CBD-9301-D9AF-BE6D-8BFFCC33A26B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  <a:endParaRPr lang="en-NO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228FBF93-4268-DAB0-A431-91C90A9E477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237F7A7-1329-994A-9257-DEAD125D702F}" type="datetimeFigureOut">
              <a:rPr lang="en-NO" smtClean="0"/>
              <a:t>21/07/2026</a:t>
            </a:fld>
            <a:endParaRPr lang="en-NO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C9EEE17F-B71F-E31A-446D-0E63B7B6E05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NO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193C98AA-4019-21F5-F8A3-88B3F766635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9D0FD25-4A47-EA4B-BC55-223019DE6452}" type="slidenum">
              <a:rPr lang="en-NO" smtClean="0"/>
              <a:t>‹#›</a:t>
            </a:fld>
            <a:endParaRPr lang="en-NO"/>
          </a:p>
        </p:txBody>
      </p:sp>
    </p:spTree>
    <p:extLst>
      <p:ext uri="{BB962C8B-B14F-4D97-AF65-F5344CB8AC3E}">
        <p14:creationId xmlns:p14="http://schemas.microsoft.com/office/powerpoint/2010/main" val="433440941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>
            <a:extLst>
              <a:ext uri="{FF2B5EF4-FFF2-40B4-BE49-F238E27FC236}">
                <a16:creationId xmlns:a16="http://schemas.microsoft.com/office/drawing/2014/main" id="{0FF48AA9-AA2E-AB5B-BFA9-902DB56F5807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en-GB"/>
              <a:t>Click to edit Master title style</a:t>
            </a:r>
            <a:endParaRPr lang="en-NO"/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83399CB7-10A4-193B-A8CA-B45C858B6F5C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  <a:endParaRPr lang="en-NO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06010D78-E0B7-0852-7FB6-EE108D157D2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237F7A7-1329-994A-9257-DEAD125D702F}" type="datetimeFigureOut">
              <a:rPr lang="en-NO" smtClean="0"/>
              <a:t>21/07/2026</a:t>
            </a:fld>
            <a:endParaRPr lang="en-NO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88C6B4E9-34AD-9C98-20D3-26EAA6F65FC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NO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9B82D7A0-14B0-D3BE-FE12-9F35E7FA852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9D0FD25-4A47-EA4B-BC55-223019DE6452}" type="slidenum">
              <a:rPr lang="en-NO" smtClean="0"/>
              <a:t>‹#›</a:t>
            </a:fld>
            <a:endParaRPr lang="en-NO"/>
          </a:p>
        </p:txBody>
      </p:sp>
    </p:spTree>
    <p:extLst>
      <p:ext uri="{BB962C8B-B14F-4D97-AF65-F5344CB8AC3E}">
        <p14:creationId xmlns:p14="http://schemas.microsoft.com/office/powerpoint/2010/main" val="2126689330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>
            <a:extLst>
              <a:ext uri="{FF2B5EF4-FFF2-40B4-BE49-F238E27FC236}">
                <a16:creationId xmlns:a16="http://schemas.microsoft.com/office/drawing/2014/main" id="{EF416701-5D18-F44B-61EE-10ABD17D7444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GB"/>
              <a:t>Click to edit Master title style</a:t>
            </a:r>
            <a:endParaRPr lang="en-NO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758B7D49-35CE-41F5-B489-127F2836A2B6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  <a:endParaRPr lang="en-NO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4BA6C379-95A9-632C-4F76-22D7082F806F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B237F7A7-1329-994A-9257-DEAD125D702F}" type="datetimeFigureOut">
              <a:rPr lang="en-NO" smtClean="0"/>
              <a:t>21/07/2026</a:t>
            </a:fld>
            <a:endParaRPr lang="en-NO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1FBBC487-C9C6-84E6-E2DB-D41D0FC96B2D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endParaRPr lang="en-NO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9BAB0894-20CD-C5DE-44FF-1BC4397C6C55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09D0FD25-4A47-EA4B-BC55-223019DE6452}" type="slidenum">
              <a:rPr lang="en-NO" smtClean="0"/>
              <a:t>‹#›</a:t>
            </a:fld>
            <a:endParaRPr lang="en-NO"/>
          </a:p>
        </p:txBody>
      </p:sp>
    </p:spTree>
    <p:extLst>
      <p:ext uri="{BB962C8B-B14F-4D97-AF65-F5344CB8AC3E}">
        <p14:creationId xmlns:p14="http://schemas.microsoft.com/office/powerpoint/2010/main" val="4059658794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NO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svg"/><Relationship Id="rId2" Type="http://schemas.openxmlformats.org/officeDocument/2006/relationships/image" Target="../media/image1.svg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3.svg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svg"/><Relationship Id="rId2" Type="http://schemas.openxmlformats.org/officeDocument/2006/relationships/image" Target="../media/image4.svg"/><Relationship Id="rId1" Type="http://schemas.openxmlformats.org/officeDocument/2006/relationships/slideLayout" Target="../slideLayouts/slideLayout1.xml"/><Relationship Id="rId5" Type="http://schemas.openxmlformats.org/officeDocument/2006/relationships/image" Target="../media/image7.svg"/><Relationship Id="rId4" Type="http://schemas.openxmlformats.org/officeDocument/2006/relationships/image" Target="../media/image6.svg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image" Target="../media/image9.svg"/><Relationship Id="rId2" Type="http://schemas.openxmlformats.org/officeDocument/2006/relationships/image" Target="../media/image8.svg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10.svg"/></Relationships>
</file>

<file path=ppt/slides/_rels/slide4.xml.rels><?xml version="1.0" encoding="UTF-8" standalone="yes"?>
<Relationships xmlns="http://schemas.openxmlformats.org/package/2006/relationships"><Relationship Id="rId8" Type="http://schemas.openxmlformats.org/officeDocument/2006/relationships/image" Target="../media/image15.svg"/><Relationship Id="rId3" Type="http://schemas.openxmlformats.org/officeDocument/2006/relationships/image" Target="../media/image12.svg"/><Relationship Id="rId7" Type="http://schemas.openxmlformats.org/officeDocument/2006/relationships/image" Target="../media/image14.svg"/><Relationship Id="rId2" Type="http://schemas.openxmlformats.org/officeDocument/2006/relationships/image" Target="../media/image11.svg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13.svg"/><Relationship Id="rId5" Type="http://schemas.openxmlformats.org/officeDocument/2006/relationships/image" Target="../media/image4.svg"/><Relationship Id="rId10" Type="http://schemas.openxmlformats.org/officeDocument/2006/relationships/image" Target="../media/image16.svg"/><Relationship Id="rId4" Type="http://schemas.openxmlformats.org/officeDocument/2006/relationships/image" Target="../media/image6.svg"/><Relationship Id="rId9" Type="http://schemas.openxmlformats.org/officeDocument/2006/relationships/image" Target="../media/image7.svg"/></Relationships>
</file>

<file path=ppt/slides/_rels/slide5.xml.rels><?xml version="1.0" encoding="UTF-8" standalone="yes"?>
<Relationships xmlns="http://schemas.openxmlformats.org/package/2006/relationships"><Relationship Id="rId8" Type="http://schemas.openxmlformats.org/officeDocument/2006/relationships/image" Target="../media/image15.svg"/><Relationship Id="rId3" Type="http://schemas.openxmlformats.org/officeDocument/2006/relationships/image" Target="../media/image12.svg"/><Relationship Id="rId7" Type="http://schemas.openxmlformats.org/officeDocument/2006/relationships/image" Target="../media/image14.svg"/><Relationship Id="rId2" Type="http://schemas.openxmlformats.org/officeDocument/2006/relationships/image" Target="../media/image11.svg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13.svg"/><Relationship Id="rId5" Type="http://schemas.openxmlformats.org/officeDocument/2006/relationships/image" Target="../media/image8.svg"/><Relationship Id="rId10" Type="http://schemas.openxmlformats.org/officeDocument/2006/relationships/image" Target="../media/image16.svg"/><Relationship Id="rId4" Type="http://schemas.openxmlformats.org/officeDocument/2006/relationships/image" Target="../media/image9.svg"/><Relationship Id="rId9" Type="http://schemas.openxmlformats.org/officeDocument/2006/relationships/image" Target="../media/image10.svg"/></Relationships>
</file>

<file path=ppt/slides/_rels/slide6.xml.rels><?xml version="1.0" encoding="UTF-8" standalone="yes"?>
<Relationships xmlns="http://schemas.openxmlformats.org/package/2006/relationships"><Relationship Id="rId8" Type="http://schemas.openxmlformats.org/officeDocument/2006/relationships/image" Target="../media/image19.svg"/><Relationship Id="rId3" Type="http://schemas.openxmlformats.org/officeDocument/2006/relationships/image" Target="../media/image17.svg"/><Relationship Id="rId7" Type="http://schemas.openxmlformats.org/officeDocument/2006/relationships/image" Target="../media/image13.svg"/><Relationship Id="rId2" Type="http://schemas.openxmlformats.org/officeDocument/2006/relationships/image" Target="../media/image6.svg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14.svg"/><Relationship Id="rId11" Type="http://schemas.openxmlformats.org/officeDocument/2006/relationships/image" Target="../media/image15.svg"/><Relationship Id="rId5" Type="http://schemas.openxmlformats.org/officeDocument/2006/relationships/image" Target="../media/image4.svg"/><Relationship Id="rId10" Type="http://schemas.openxmlformats.org/officeDocument/2006/relationships/image" Target="../media/image20.svg"/><Relationship Id="rId4" Type="http://schemas.openxmlformats.org/officeDocument/2006/relationships/image" Target="../media/image18.svg"/><Relationship Id="rId9" Type="http://schemas.openxmlformats.org/officeDocument/2006/relationships/image" Target="../media/image7.svg"/></Relationships>
</file>

<file path=ppt/slides/_rels/slide7.xml.rels><?xml version="1.0" encoding="UTF-8" standalone="yes"?>
<Relationships xmlns="http://schemas.openxmlformats.org/package/2006/relationships"><Relationship Id="rId8" Type="http://schemas.openxmlformats.org/officeDocument/2006/relationships/image" Target="../media/image10.svg"/><Relationship Id="rId3" Type="http://schemas.openxmlformats.org/officeDocument/2006/relationships/image" Target="../media/image17.svg"/><Relationship Id="rId7" Type="http://schemas.openxmlformats.org/officeDocument/2006/relationships/image" Target="../media/image13.svg"/><Relationship Id="rId2" Type="http://schemas.openxmlformats.org/officeDocument/2006/relationships/image" Target="../media/image9.svg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14.svg"/><Relationship Id="rId5" Type="http://schemas.openxmlformats.org/officeDocument/2006/relationships/image" Target="../media/image8.svg"/><Relationship Id="rId10" Type="http://schemas.openxmlformats.org/officeDocument/2006/relationships/image" Target="../media/image15.svg"/><Relationship Id="rId4" Type="http://schemas.openxmlformats.org/officeDocument/2006/relationships/image" Target="../media/image18.svg"/><Relationship Id="rId9" Type="http://schemas.openxmlformats.org/officeDocument/2006/relationships/image" Target="../media/image20.svg"/></Relationships>
</file>

<file path=ppt/slides/_rels/slide8.xml.rels><?xml version="1.0" encoding="UTF-8" standalone="yes"?>
<Relationships xmlns="http://schemas.openxmlformats.org/package/2006/relationships"><Relationship Id="rId8" Type="http://schemas.openxmlformats.org/officeDocument/2006/relationships/image" Target="../media/image21.svg"/><Relationship Id="rId13" Type="http://schemas.openxmlformats.org/officeDocument/2006/relationships/image" Target="../media/image15.svg"/><Relationship Id="rId3" Type="http://schemas.openxmlformats.org/officeDocument/2006/relationships/image" Target="../media/image18.svg"/><Relationship Id="rId7" Type="http://schemas.openxmlformats.org/officeDocument/2006/relationships/image" Target="../media/image14.svg"/><Relationship Id="rId12" Type="http://schemas.openxmlformats.org/officeDocument/2006/relationships/image" Target="../media/image16.svg"/><Relationship Id="rId2" Type="http://schemas.openxmlformats.org/officeDocument/2006/relationships/image" Target="../media/image6.svg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13.svg"/><Relationship Id="rId11" Type="http://schemas.openxmlformats.org/officeDocument/2006/relationships/image" Target="../media/image7.svg"/><Relationship Id="rId5" Type="http://schemas.openxmlformats.org/officeDocument/2006/relationships/image" Target="../media/image4.svg"/><Relationship Id="rId10" Type="http://schemas.openxmlformats.org/officeDocument/2006/relationships/image" Target="../media/image19.svg"/><Relationship Id="rId4" Type="http://schemas.openxmlformats.org/officeDocument/2006/relationships/image" Target="../media/image17.svg"/><Relationship Id="rId9" Type="http://schemas.openxmlformats.org/officeDocument/2006/relationships/image" Target="../media/image22.svg"/></Relationships>
</file>

<file path=ppt/slides/_rels/slide9.xml.rels><?xml version="1.0" encoding="UTF-8" standalone="yes"?>
<Relationships xmlns="http://schemas.openxmlformats.org/package/2006/relationships"><Relationship Id="rId8" Type="http://schemas.openxmlformats.org/officeDocument/2006/relationships/image" Target="../media/image10.svg"/><Relationship Id="rId3" Type="http://schemas.openxmlformats.org/officeDocument/2006/relationships/image" Target="../media/image18.svg"/><Relationship Id="rId7" Type="http://schemas.openxmlformats.org/officeDocument/2006/relationships/image" Target="../media/image14.svg"/><Relationship Id="rId2" Type="http://schemas.openxmlformats.org/officeDocument/2006/relationships/image" Target="../media/image9.svg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13.svg"/><Relationship Id="rId5" Type="http://schemas.openxmlformats.org/officeDocument/2006/relationships/image" Target="../media/image23.svg"/><Relationship Id="rId10" Type="http://schemas.openxmlformats.org/officeDocument/2006/relationships/image" Target="../media/image15.svg"/><Relationship Id="rId4" Type="http://schemas.openxmlformats.org/officeDocument/2006/relationships/image" Target="../media/image17.svg"/><Relationship Id="rId9" Type="http://schemas.openxmlformats.org/officeDocument/2006/relationships/image" Target="../media/image16.svg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33BA7F04-5A1A-577B-0595-F33AEF4B4A20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Graphic 2" descr="Puppy with solid fill">
            <a:extLst>
              <a:ext uri="{FF2B5EF4-FFF2-40B4-BE49-F238E27FC236}">
                <a16:creationId xmlns:a16="http://schemas.microsoft.com/office/drawing/2014/main" id="{B19E9C3F-C783-767B-0F5E-20D476E68BC0}"/>
              </a:ext>
            </a:extLst>
          </p:cNvPr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2"/>
              </a:ext>
            </a:extLst>
          </a:blip>
          <a:stretch>
            <a:fillRect/>
          </a:stretch>
        </p:blipFill>
        <p:spPr>
          <a:xfrm>
            <a:off x="2569247" y="265933"/>
            <a:ext cx="1720121" cy="1720121"/>
          </a:xfrm>
          <a:prstGeom prst="rect">
            <a:avLst/>
          </a:prstGeom>
        </p:spPr>
      </p:pic>
      <p:pic>
        <p:nvPicPr>
          <p:cNvPr id="8" name="Graphic 7" descr="Kitten with solid fill">
            <a:extLst>
              <a:ext uri="{FF2B5EF4-FFF2-40B4-BE49-F238E27FC236}">
                <a16:creationId xmlns:a16="http://schemas.microsoft.com/office/drawing/2014/main" id="{EBC86DCC-E04E-9875-147B-0C0A050D6DB5}"/>
              </a:ext>
            </a:extLst>
          </p:cNvPr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4349299" y="270780"/>
            <a:ext cx="1720120" cy="1720120"/>
          </a:xfrm>
          <a:prstGeom prst="rect">
            <a:avLst/>
          </a:prstGeom>
        </p:spPr>
      </p:pic>
      <p:pic>
        <p:nvPicPr>
          <p:cNvPr id="10" name="Graphic 9" descr="Sheep with solid fill">
            <a:extLst>
              <a:ext uri="{FF2B5EF4-FFF2-40B4-BE49-F238E27FC236}">
                <a16:creationId xmlns:a16="http://schemas.microsoft.com/office/drawing/2014/main" id="{8767CD52-1A0D-BB78-14C7-E156E2CB2073}"/>
              </a:ext>
            </a:extLst>
          </p:cNvPr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p:blipFill>
        <p:spPr>
          <a:xfrm>
            <a:off x="2674361" y="2196677"/>
            <a:ext cx="1720120" cy="172012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728209961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68" name="Group 67">
            <a:extLst>
              <a:ext uri="{FF2B5EF4-FFF2-40B4-BE49-F238E27FC236}">
                <a16:creationId xmlns:a16="http://schemas.microsoft.com/office/drawing/2014/main" id="{82A93FE2-6034-1952-3D2D-F0F9768C9074}"/>
              </a:ext>
            </a:extLst>
          </p:cNvPr>
          <p:cNvGrpSpPr/>
          <p:nvPr/>
        </p:nvGrpSpPr>
        <p:grpSpPr>
          <a:xfrm>
            <a:off x="-43336" y="357256"/>
            <a:ext cx="12404407" cy="1775401"/>
            <a:chOff x="-43336" y="357256"/>
            <a:chExt cx="12404407" cy="1775401"/>
          </a:xfrm>
        </p:grpSpPr>
        <p:pic>
          <p:nvPicPr>
            <p:cNvPr id="7" name="Graphic 6" descr="Female Profile with solid fill">
              <a:extLst>
                <a:ext uri="{FF2B5EF4-FFF2-40B4-BE49-F238E27FC236}">
                  <a16:creationId xmlns:a16="http://schemas.microsoft.com/office/drawing/2014/main" id="{955F8577-1070-71ED-01D7-07436DD8D900}"/>
                </a:ext>
              </a:extLst>
            </p:cNvPr>
            <p:cNvPicPr>
              <a:picLocks noChangeAspect="1"/>
            </p:cNvPicPr>
            <p:nvPr/>
          </p:nvPicPr>
          <p:blipFill>
            <a:blip>
              <a:extLst>
                <a:ext uri="{96DAC541-7B7A-43D3-8B79-37D633B846F1}">
                  <asvg:svgBlip xmlns:asvg="http://schemas.microsoft.com/office/drawing/2016/SVG/main" r:embed="rId2"/>
                </a:ext>
              </a:extLst>
            </a:blip>
            <a:stretch>
              <a:fillRect/>
            </a:stretch>
          </p:blipFill>
          <p:spPr>
            <a:xfrm>
              <a:off x="3515357" y="357260"/>
              <a:ext cx="1720121" cy="1720121"/>
            </a:xfrm>
            <a:prstGeom prst="rect">
              <a:avLst/>
            </a:prstGeom>
          </p:spPr>
        </p:pic>
        <p:grpSp>
          <p:nvGrpSpPr>
            <p:cNvPr id="37" name="Group 36">
              <a:extLst>
                <a:ext uri="{FF2B5EF4-FFF2-40B4-BE49-F238E27FC236}">
                  <a16:creationId xmlns:a16="http://schemas.microsoft.com/office/drawing/2014/main" id="{2C38B624-6D41-6B83-B2DC-FC947C617F30}"/>
                </a:ext>
              </a:extLst>
            </p:cNvPr>
            <p:cNvGrpSpPr/>
            <p:nvPr/>
          </p:nvGrpSpPr>
          <p:grpSpPr>
            <a:xfrm>
              <a:off x="266700" y="1866900"/>
              <a:ext cx="11782631" cy="265757"/>
              <a:chOff x="266700" y="1866900"/>
              <a:chExt cx="11782631" cy="265757"/>
            </a:xfrm>
          </p:grpSpPr>
          <p:sp>
            <p:nvSpPr>
              <p:cNvPr id="27" name="TextBox 26">
                <a:extLst>
                  <a:ext uri="{FF2B5EF4-FFF2-40B4-BE49-F238E27FC236}">
                    <a16:creationId xmlns:a16="http://schemas.microsoft.com/office/drawing/2014/main" id="{E373FE35-499F-D0D9-9ADC-F14246230104}"/>
                  </a:ext>
                </a:extLst>
              </p:cNvPr>
              <p:cNvSpPr txBox="1"/>
              <p:nvPr/>
            </p:nvSpPr>
            <p:spPr>
              <a:xfrm>
                <a:off x="266700" y="1866900"/>
                <a:ext cx="1130300" cy="261610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 algn="ctr"/>
                <a:r>
                  <a:rPr lang="en-NO" sz="1100" dirty="0">
                    <a:solidFill>
                      <a:schemeClr val="bg2">
                        <a:lumMod val="50000"/>
                      </a:schemeClr>
                    </a:solidFill>
                  </a:rPr>
                  <a:t>1</a:t>
                </a:r>
              </a:p>
            </p:txBody>
          </p:sp>
          <p:sp>
            <p:nvSpPr>
              <p:cNvPr id="28" name="TextBox 27">
                <a:extLst>
                  <a:ext uri="{FF2B5EF4-FFF2-40B4-BE49-F238E27FC236}">
                    <a16:creationId xmlns:a16="http://schemas.microsoft.com/office/drawing/2014/main" id="{6321DEEC-6A66-4D2E-BA07-6318C926F755}"/>
                  </a:ext>
                </a:extLst>
              </p:cNvPr>
              <p:cNvSpPr txBox="1"/>
              <p:nvPr/>
            </p:nvSpPr>
            <p:spPr>
              <a:xfrm>
                <a:off x="1455228" y="1866900"/>
                <a:ext cx="1130300" cy="261610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 algn="ctr"/>
                <a:r>
                  <a:rPr lang="en-NO" sz="1100" dirty="0">
                    <a:solidFill>
                      <a:schemeClr val="bg2">
                        <a:lumMod val="50000"/>
                      </a:schemeClr>
                    </a:solidFill>
                  </a:rPr>
                  <a:t>2</a:t>
                </a:r>
              </a:p>
            </p:txBody>
          </p:sp>
          <p:sp>
            <p:nvSpPr>
              <p:cNvPr id="29" name="TextBox 28">
                <a:extLst>
                  <a:ext uri="{FF2B5EF4-FFF2-40B4-BE49-F238E27FC236}">
                    <a16:creationId xmlns:a16="http://schemas.microsoft.com/office/drawing/2014/main" id="{C633B3D9-0A00-FB46-896B-7822BE2F023D}"/>
                  </a:ext>
                </a:extLst>
              </p:cNvPr>
              <p:cNvSpPr txBox="1"/>
              <p:nvPr/>
            </p:nvSpPr>
            <p:spPr>
              <a:xfrm>
                <a:off x="2642599" y="1871047"/>
                <a:ext cx="1130300" cy="261610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 algn="ctr"/>
                <a:r>
                  <a:rPr lang="en-NO" sz="1100" dirty="0">
                    <a:solidFill>
                      <a:schemeClr val="bg2">
                        <a:lumMod val="50000"/>
                      </a:schemeClr>
                    </a:solidFill>
                  </a:rPr>
                  <a:t>3</a:t>
                </a:r>
              </a:p>
            </p:txBody>
          </p:sp>
          <p:sp>
            <p:nvSpPr>
              <p:cNvPr id="30" name="TextBox 29">
                <a:extLst>
                  <a:ext uri="{FF2B5EF4-FFF2-40B4-BE49-F238E27FC236}">
                    <a16:creationId xmlns:a16="http://schemas.microsoft.com/office/drawing/2014/main" id="{6CA15093-459E-801F-F369-6625ADBAC364}"/>
                  </a:ext>
                </a:extLst>
              </p:cNvPr>
              <p:cNvSpPr txBox="1"/>
              <p:nvPr/>
            </p:nvSpPr>
            <p:spPr>
              <a:xfrm>
                <a:off x="3826063" y="1866900"/>
                <a:ext cx="1130300" cy="261610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 algn="ctr"/>
                <a:r>
                  <a:rPr lang="en-NO" sz="1100" dirty="0">
                    <a:solidFill>
                      <a:schemeClr val="bg2">
                        <a:lumMod val="50000"/>
                      </a:schemeClr>
                    </a:solidFill>
                  </a:rPr>
                  <a:t>4</a:t>
                </a:r>
              </a:p>
            </p:txBody>
          </p:sp>
          <p:sp>
            <p:nvSpPr>
              <p:cNvPr id="31" name="TextBox 30">
                <a:extLst>
                  <a:ext uri="{FF2B5EF4-FFF2-40B4-BE49-F238E27FC236}">
                    <a16:creationId xmlns:a16="http://schemas.microsoft.com/office/drawing/2014/main" id="{FB2BD59F-593F-2202-A7F3-8A22A6AFEE19}"/>
                  </a:ext>
                </a:extLst>
              </p:cNvPr>
              <p:cNvSpPr txBox="1"/>
              <p:nvPr/>
            </p:nvSpPr>
            <p:spPr>
              <a:xfrm>
                <a:off x="5001712" y="1866900"/>
                <a:ext cx="1130300" cy="261610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 algn="ctr"/>
                <a:r>
                  <a:rPr lang="en-NO" sz="1100" dirty="0">
                    <a:solidFill>
                      <a:schemeClr val="bg2">
                        <a:lumMod val="50000"/>
                      </a:schemeClr>
                    </a:solidFill>
                  </a:rPr>
                  <a:t>5</a:t>
                </a:r>
              </a:p>
            </p:txBody>
          </p:sp>
          <p:sp>
            <p:nvSpPr>
              <p:cNvPr id="32" name="TextBox 31">
                <a:extLst>
                  <a:ext uri="{FF2B5EF4-FFF2-40B4-BE49-F238E27FC236}">
                    <a16:creationId xmlns:a16="http://schemas.microsoft.com/office/drawing/2014/main" id="{58F7BAC4-2FA0-5588-DF35-29996074C4BD}"/>
                  </a:ext>
                </a:extLst>
              </p:cNvPr>
              <p:cNvSpPr txBox="1"/>
              <p:nvPr/>
            </p:nvSpPr>
            <p:spPr>
              <a:xfrm>
                <a:off x="6185175" y="1866900"/>
                <a:ext cx="1130300" cy="261610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 algn="ctr"/>
                <a:r>
                  <a:rPr lang="en-NO" sz="1100" dirty="0">
                    <a:solidFill>
                      <a:schemeClr val="bg2">
                        <a:lumMod val="50000"/>
                      </a:schemeClr>
                    </a:solidFill>
                  </a:rPr>
                  <a:t>6</a:t>
                </a:r>
              </a:p>
            </p:txBody>
          </p:sp>
          <p:sp>
            <p:nvSpPr>
              <p:cNvPr id="33" name="TextBox 32">
                <a:extLst>
                  <a:ext uri="{FF2B5EF4-FFF2-40B4-BE49-F238E27FC236}">
                    <a16:creationId xmlns:a16="http://schemas.microsoft.com/office/drawing/2014/main" id="{DF16DE05-1582-328C-843E-A37E6628570B}"/>
                  </a:ext>
                </a:extLst>
              </p:cNvPr>
              <p:cNvSpPr txBox="1"/>
              <p:nvPr/>
            </p:nvSpPr>
            <p:spPr>
              <a:xfrm>
                <a:off x="7368641" y="1866900"/>
                <a:ext cx="1130300" cy="261610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 algn="ctr"/>
                <a:r>
                  <a:rPr lang="en-NO" sz="1100" dirty="0">
                    <a:solidFill>
                      <a:schemeClr val="bg2">
                        <a:lumMod val="50000"/>
                      </a:schemeClr>
                    </a:solidFill>
                  </a:rPr>
                  <a:t>7</a:t>
                </a:r>
              </a:p>
            </p:txBody>
          </p:sp>
          <p:sp>
            <p:nvSpPr>
              <p:cNvPr id="34" name="TextBox 33">
                <a:extLst>
                  <a:ext uri="{FF2B5EF4-FFF2-40B4-BE49-F238E27FC236}">
                    <a16:creationId xmlns:a16="http://schemas.microsoft.com/office/drawing/2014/main" id="{CB9D811A-C25E-0199-A2B7-BCA10A9DF2BC}"/>
                  </a:ext>
                </a:extLst>
              </p:cNvPr>
              <p:cNvSpPr txBox="1"/>
              <p:nvPr/>
            </p:nvSpPr>
            <p:spPr>
              <a:xfrm>
                <a:off x="8552103" y="1866900"/>
                <a:ext cx="1130300" cy="261610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 algn="ctr"/>
                <a:r>
                  <a:rPr lang="en-NO" sz="1100" dirty="0">
                    <a:solidFill>
                      <a:schemeClr val="bg2">
                        <a:lumMod val="50000"/>
                      </a:schemeClr>
                    </a:solidFill>
                  </a:rPr>
                  <a:t>8</a:t>
                </a:r>
              </a:p>
            </p:txBody>
          </p:sp>
          <p:sp>
            <p:nvSpPr>
              <p:cNvPr id="35" name="TextBox 34">
                <a:extLst>
                  <a:ext uri="{FF2B5EF4-FFF2-40B4-BE49-F238E27FC236}">
                    <a16:creationId xmlns:a16="http://schemas.microsoft.com/office/drawing/2014/main" id="{C5E23862-52E7-1DFC-14AE-CEE85681FE38}"/>
                  </a:ext>
                </a:extLst>
              </p:cNvPr>
              <p:cNvSpPr txBox="1"/>
              <p:nvPr/>
            </p:nvSpPr>
            <p:spPr>
              <a:xfrm>
                <a:off x="9735567" y="1866900"/>
                <a:ext cx="1130300" cy="261610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 algn="ctr"/>
                <a:r>
                  <a:rPr lang="en-NO" sz="1100" dirty="0">
                    <a:solidFill>
                      <a:schemeClr val="bg2">
                        <a:lumMod val="50000"/>
                      </a:schemeClr>
                    </a:solidFill>
                  </a:rPr>
                  <a:t>9</a:t>
                </a:r>
              </a:p>
            </p:txBody>
          </p:sp>
          <p:sp>
            <p:nvSpPr>
              <p:cNvPr id="36" name="TextBox 35">
                <a:extLst>
                  <a:ext uri="{FF2B5EF4-FFF2-40B4-BE49-F238E27FC236}">
                    <a16:creationId xmlns:a16="http://schemas.microsoft.com/office/drawing/2014/main" id="{84DCCF2C-5629-2C0D-C1BD-E49EDF08F1FB}"/>
                  </a:ext>
                </a:extLst>
              </p:cNvPr>
              <p:cNvSpPr txBox="1"/>
              <p:nvPr/>
            </p:nvSpPr>
            <p:spPr>
              <a:xfrm>
                <a:off x="10919031" y="1866900"/>
                <a:ext cx="1130300" cy="261610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 algn="ctr"/>
                <a:r>
                  <a:rPr lang="en-NO" sz="1100" dirty="0">
                    <a:solidFill>
                      <a:schemeClr val="bg2">
                        <a:lumMod val="50000"/>
                      </a:schemeClr>
                    </a:solidFill>
                  </a:rPr>
                  <a:t>10</a:t>
                </a:r>
              </a:p>
            </p:txBody>
          </p:sp>
        </p:grpSp>
        <p:pic>
          <p:nvPicPr>
            <p:cNvPr id="59" name="Graphic 58" descr="Female Profile with solid fill">
              <a:extLst>
                <a:ext uri="{FF2B5EF4-FFF2-40B4-BE49-F238E27FC236}">
                  <a16:creationId xmlns:a16="http://schemas.microsoft.com/office/drawing/2014/main" id="{D270BE7A-E721-7A6F-13DC-78FA36281DCD}"/>
                </a:ext>
              </a:extLst>
            </p:cNvPr>
            <p:cNvPicPr>
              <a:picLocks noChangeAspect="1"/>
            </p:cNvPicPr>
            <p:nvPr/>
          </p:nvPicPr>
          <p:blipFill>
            <a:blip>
              <a:extLst>
                <a:ext uri="{96DAC541-7B7A-43D3-8B79-37D633B846F1}">
                  <asvg:svgBlip xmlns:asvg="http://schemas.microsoft.com/office/drawing/2016/SVG/main" r:embed="rId2"/>
                </a:ext>
              </a:extLst>
            </a:blip>
            <a:stretch>
              <a:fillRect/>
            </a:stretch>
          </p:blipFill>
          <p:spPr>
            <a:xfrm>
              <a:off x="2340007" y="357260"/>
              <a:ext cx="1720121" cy="1720121"/>
            </a:xfrm>
            <a:prstGeom prst="rect">
              <a:avLst/>
            </a:prstGeom>
          </p:spPr>
        </p:pic>
        <p:pic>
          <p:nvPicPr>
            <p:cNvPr id="60" name="Graphic 59" descr="Female Profile with solid fill">
              <a:extLst>
                <a:ext uri="{FF2B5EF4-FFF2-40B4-BE49-F238E27FC236}">
                  <a16:creationId xmlns:a16="http://schemas.microsoft.com/office/drawing/2014/main" id="{A4C5ACAA-2D7E-C558-50AC-6553BF7A6214}"/>
                </a:ext>
              </a:extLst>
            </p:cNvPr>
            <p:cNvPicPr>
              <a:picLocks noChangeAspect="1"/>
            </p:cNvPicPr>
            <p:nvPr/>
          </p:nvPicPr>
          <p:blipFill>
            <a:blip>
              <a:extLst>
                <a:ext uri="{96DAC541-7B7A-43D3-8B79-37D633B846F1}">
                  <asvg:svgBlip xmlns:asvg="http://schemas.microsoft.com/office/drawing/2016/SVG/main" r:embed="rId2"/>
                </a:ext>
              </a:extLst>
            </a:blip>
            <a:stretch>
              <a:fillRect/>
            </a:stretch>
          </p:blipFill>
          <p:spPr>
            <a:xfrm>
              <a:off x="1145662" y="357260"/>
              <a:ext cx="1720121" cy="1720121"/>
            </a:xfrm>
            <a:prstGeom prst="rect">
              <a:avLst/>
            </a:prstGeom>
          </p:spPr>
        </p:pic>
        <p:pic>
          <p:nvPicPr>
            <p:cNvPr id="61" name="Graphic 60" descr="Female Profile with solid fill">
              <a:extLst>
                <a:ext uri="{FF2B5EF4-FFF2-40B4-BE49-F238E27FC236}">
                  <a16:creationId xmlns:a16="http://schemas.microsoft.com/office/drawing/2014/main" id="{5A71595D-8814-0954-287A-487C1F48A540}"/>
                </a:ext>
              </a:extLst>
            </p:cNvPr>
            <p:cNvPicPr>
              <a:picLocks noChangeAspect="1"/>
            </p:cNvPicPr>
            <p:nvPr/>
          </p:nvPicPr>
          <p:blipFill>
            <a:blip>
              <a:extLst>
                <a:ext uri="{96DAC541-7B7A-43D3-8B79-37D633B846F1}">
                  <asvg:svgBlip xmlns:asvg="http://schemas.microsoft.com/office/drawing/2016/SVG/main" r:embed="rId2"/>
                </a:ext>
              </a:extLst>
            </a:blip>
            <a:stretch>
              <a:fillRect/>
            </a:stretch>
          </p:blipFill>
          <p:spPr>
            <a:xfrm>
              <a:off x="-43336" y="357260"/>
              <a:ext cx="1720121" cy="1720121"/>
            </a:xfrm>
            <a:prstGeom prst="rect">
              <a:avLst/>
            </a:prstGeom>
          </p:spPr>
        </p:pic>
        <p:pic>
          <p:nvPicPr>
            <p:cNvPr id="62" name="Graphic 61" descr="Female Profile with solid fill">
              <a:extLst>
                <a:ext uri="{FF2B5EF4-FFF2-40B4-BE49-F238E27FC236}">
                  <a16:creationId xmlns:a16="http://schemas.microsoft.com/office/drawing/2014/main" id="{D62C6B42-0594-2AF1-741A-78E7E96A9E73}"/>
                </a:ext>
              </a:extLst>
            </p:cNvPr>
            <p:cNvPicPr>
              <a:picLocks noChangeAspect="1"/>
            </p:cNvPicPr>
            <p:nvPr/>
          </p:nvPicPr>
          <p:blipFill>
            <a:blip>
              <a:extLst>
                <a:ext uri="{96DAC541-7B7A-43D3-8B79-37D633B846F1}">
                  <asvg:svgBlip xmlns:asvg="http://schemas.microsoft.com/office/drawing/2016/SVG/main" r:embed="rId2"/>
                </a:ext>
              </a:extLst>
            </a:blip>
            <a:stretch>
              <a:fillRect/>
            </a:stretch>
          </p:blipFill>
          <p:spPr>
            <a:xfrm>
              <a:off x="5889968" y="357258"/>
              <a:ext cx="1720121" cy="1720121"/>
            </a:xfrm>
            <a:prstGeom prst="rect">
              <a:avLst/>
            </a:prstGeom>
          </p:spPr>
        </p:pic>
        <p:pic>
          <p:nvPicPr>
            <p:cNvPr id="63" name="Graphic 62" descr="Female Profile with solid fill">
              <a:extLst>
                <a:ext uri="{FF2B5EF4-FFF2-40B4-BE49-F238E27FC236}">
                  <a16:creationId xmlns:a16="http://schemas.microsoft.com/office/drawing/2014/main" id="{028A00FB-72A8-EA0C-2494-D7D979B1DA60}"/>
                </a:ext>
              </a:extLst>
            </p:cNvPr>
            <p:cNvPicPr>
              <a:picLocks noChangeAspect="1"/>
            </p:cNvPicPr>
            <p:nvPr/>
          </p:nvPicPr>
          <p:blipFill>
            <a:blip>
              <a:extLst>
                <a:ext uri="{96DAC541-7B7A-43D3-8B79-37D633B846F1}">
                  <asvg:svgBlip xmlns:asvg="http://schemas.microsoft.com/office/drawing/2016/SVG/main" r:embed="rId2"/>
                </a:ext>
              </a:extLst>
            </a:blip>
            <a:stretch>
              <a:fillRect/>
            </a:stretch>
          </p:blipFill>
          <p:spPr>
            <a:xfrm>
              <a:off x="4714618" y="357258"/>
              <a:ext cx="1720121" cy="1720121"/>
            </a:xfrm>
            <a:prstGeom prst="rect">
              <a:avLst/>
            </a:prstGeom>
          </p:spPr>
        </p:pic>
        <p:pic>
          <p:nvPicPr>
            <p:cNvPr id="64" name="Graphic 63" descr="Female Profile with solid fill">
              <a:extLst>
                <a:ext uri="{FF2B5EF4-FFF2-40B4-BE49-F238E27FC236}">
                  <a16:creationId xmlns:a16="http://schemas.microsoft.com/office/drawing/2014/main" id="{6C6C297A-D315-3EF6-EC8F-2505D0E8425D}"/>
                </a:ext>
              </a:extLst>
            </p:cNvPr>
            <p:cNvPicPr>
              <a:picLocks noChangeAspect="1"/>
            </p:cNvPicPr>
            <p:nvPr/>
          </p:nvPicPr>
          <p:blipFill>
            <a:blip>
              <a:extLst>
                <a:ext uri="{96DAC541-7B7A-43D3-8B79-37D633B846F1}">
                  <asvg:svgBlip xmlns:asvg="http://schemas.microsoft.com/office/drawing/2016/SVG/main" r:embed="rId2"/>
                </a:ext>
              </a:extLst>
            </a:blip>
            <a:stretch>
              <a:fillRect/>
            </a:stretch>
          </p:blipFill>
          <p:spPr>
            <a:xfrm>
              <a:off x="8266339" y="357257"/>
              <a:ext cx="1720121" cy="1720121"/>
            </a:xfrm>
            <a:prstGeom prst="rect">
              <a:avLst/>
            </a:prstGeom>
          </p:spPr>
        </p:pic>
        <p:pic>
          <p:nvPicPr>
            <p:cNvPr id="65" name="Graphic 64" descr="Female Profile with solid fill">
              <a:extLst>
                <a:ext uri="{FF2B5EF4-FFF2-40B4-BE49-F238E27FC236}">
                  <a16:creationId xmlns:a16="http://schemas.microsoft.com/office/drawing/2014/main" id="{78D3F98D-672A-90AA-B8F2-6E59AA40BBA4}"/>
                </a:ext>
              </a:extLst>
            </p:cNvPr>
            <p:cNvPicPr>
              <a:picLocks noChangeAspect="1"/>
            </p:cNvPicPr>
            <p:nvPr/>
          </p:nvPicPr>
          <p:blipFill>
            <a:blip>
              <a:extLst>
                <a:ext uri="{96DAC541-7B7A-43D3-8B79-37D633B846F1}">
                  <asvg:svgBlip xmlns:asvg="http://schemas.microsoft.com/office/drawing/2016/SVG/main" r:embed="rId2"/>
                </a:ext>
              </a:extLst>
            </a:blip>
            <a:stretch>
              <a:fillRect/>
            </a:stretch>
          </p:blipFill>
          <p:spPr>
            <a:xfrm>
              <a:off x="7077341" y="357257"/>
              <a:ext cx="1720121" cy="1720121"/>
            </a:xfrm>
            <a:prstGeom prst="rect">
              <a:avLst/>
            </a:prstGeom>
          </p:spPr>
        </p:pic>
        <p:pic>
          <p:nvPicPr>
            <p:cNvPr id="66" name="Graphic 65" descr="Female Profile with solid fill">
              <a:extLst>
                <a:ext uri="{FF2B5EF4-FFF2-40B4-BE49-F238E27FC236}">
                  <a16:creationId xmlns:a16="http://schemas.microsoft.com/office/drawing/2014/main" id="{7F6045C3-B9B7-A58E-056F-EE4E470A5C44}"/>
                </a:ext>
              </a:extLst>
            </p:cNvPr>
            <p:cNvPicPr>
              <a:picLocks noChangeAspect="1"/>
            </p:cNvPicPr>
            <p:nvPr/>
          </p:nvPicPr>
          <p:blipFill>
            <a:blip>
              <a:extLst>
                <a:ext uri="{96DAC541-7B7A-43D3-8B79-37D633B846F1}">
                  <asvg:svgBlip xmlns:asvg="http://schemas.microsoft.com/office/drawing/2016/SVG/main" r:embed="rId2"/>
                </a:ext>
              </a:extLst>
            </a:blip>
            <a:stretch>
              <a:fillRect/>
            </a:stretch>
          </p:blipFill>
          <p:spPr>
            <a:xfrm>
              <a:off x="10640950" y="357256"/>
              <a:ext cx="1720121" cy="1720121"/>
            </a:xfrm>
            <a:prstGeom prst="rect">
              <a:avLst/>
            </a:prstGeom>
          </p:spPr>
        </p:pic>
        <p:pic>
          <p:nvPicPr>
            <p:cNvPr id="67" name="Graphic 66" descr="Female Profile with solid fill">
              <a:extLst>
                <a:ext uri="{FF2B5EF4-FFF2-40B4-BE49-F238E27FC236}">
                  <a16:creationId xmlns:a16="http://schemas.microsoft.com/office/drawing/2014/main" id="{3A432D15-2BD9-C460-0ED5-77C7C3F0A717}"/>
                </a:ext>
              </a:extLst>
            </p:cNvPr>
            <p:cNvPicPr>
              <a:picLocks noChangeAspect="1"/>
            </p:cNvPicPr>
            <p:nvPr/>
          </p:nvPicPr>
          <p:blipFill>
            <a:blip>
              <a:extLst>
                <a:ext uri="{96DAC541-7B7A-43D3-8B79-37D633B846F1}">
                  <asvg:svgBlip xmlns:asvg="http://schemas.microsoft.com/office/drawing/2016/SVG/main" r:embed="rId2"/>
                </a:ext>
              </a:extLst>
            </a:blip>
            <a:stretch>
              <a:fillRect/>
            </a:stretch>
          </p:blipFill>
          <p:spPr>
            <a:xfrm>
              <a:off x="9451952" y="357256"/>
              <a:ext cx="1720121" cy="1720121"/>
            </a:xfrm>
            <a:prstGeom prst="rect">
              <a:avLst/>
            </a:prstGeom>
          </p:spPr>
        </p:pic>
      </p:grpSp>
      <p:grpSp>
        <p:nvGrpSpPr>
          <p:cNvPr id="69" name="Group 68">
            <a:extLst>
              <a:ext uri="{FF2B5EF4-FFF2-40B4-BE49-F238E27FC236}">
                <a16:creationId xmlns:a16="http://schemas.microsoft.com/office/drawing/2014/main" id="{9D57F348-E027-284B-43E6-0715197BC598}"/>
              </a:ext>
            </a:extLst>
          </p:cNvPr>
          <p:cNvGrpSpPr/>
          <p:nvPr/>
        </p:nvGrpSpPr>
        <p:grpSpPr>
          <a:xfrm>
            <a:off x="-43336" y="2128510"/>
            <a:ext cx="12371296" cy="1775396"/>
            <a:chOff x="-27055" y="357261"/>
            <a:chExt cx="12371296" cy="1775396"/>
          </a:xfrm>
        </p:grpSpPr>
        <p:pic>
          <p:nvPicPr>
            <p:cNvPr id="70" name="Graphic 69" descr="Male profile with solid fill">
              <a:extLst>
                <a:ext uri="{FF2B5EF4-FFF2-40B4-BE49-F238E27FC236}">
                  <a16:creationId xmlns:a16="http://schemas.microsoft.com/office/drawing/2014/main" id="{B1A99C0E-7B09-8782-90A0-2B441C6653F5}"/>
                </a:ext>
              </a:extLst>
            </p:cNvPr>
            <p:cNvPicPr>
              <a:picLocks noChangeAspect="1"/>
            </p:cNvPicPr>
            <p:nvPr/>
          </p:nvPicPr>
          <p:blipFill>
            <a:blip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/>
            </a:stretch>
          </p:blipFill>
          <p:spPr>
            <a:xfrm>
              <a:off x="4706802" y="357266"/>
              <a:ext cx="1720121" cy="1720121"/>
            </a:xfrm>
            <a:prstGeom prst="rect">
              <a:avLst/>
            </a:prstGeom>
          </p:spPr>
        </p:pic>
        <p:pic>
          <p:nvPicPr>
            <p:cNvPr id="71" name="Graphic 70" descr="Male profile with solid fill">
              <a:extLst>
                <a:ext uri="{FF2B5EF4-FFF2-40B4-BE49-F238E27FC236}">
                  <a16:creationId xmlns:a16="http://schemas.microsoft.com/office/drawing/2014/main" id="{F3B7022A-1389-F39F-5BBA-7D582FDBC195}"/>
                </a:ext>
              </a:extLst>
            </p:cNvPr>
            <p:cNvPicPr>
              <a:picLocks noChangeAspect="1"/>
            </p:cNvPicPr>
            <p:nvPr/>
          </p:nvPicPr>
          <p:blipFill>
            <a:blip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/>
            </a:stretch>
          </p:blipFill>
          <p:spPr>
            <a:xfrm>
              <a:off x="5890265" y="357265"/>
              <a:ext cx="1720121" cy="1720121"/>
            </a:xfrm>
            <a:prstGeom prst="rect">
              <a:avLst/>
            </a:prstGeom>
          </p:spPr>
        </p:pic>
        <p:pic>
          <p:nvPicPr>
            <p:cNvPr id="72" name="Graphic 71" descr="Male profile with solid fill">
              <a:extLst>
                <a:ext uri="{FF2B5EF4-FFF2-40B4-BE49-F238E27FC236}">
                  <a16:creationId xmlns:a16="http://schemas.microsoft.com/office/drawing/2014/main" id="{BB345CCF-79F0-6410-5E39-7F51B9B0A646}"/>
                </a:ext>
              </a:extLst>
            </p:cNvPr>
            <p:cNvPicPr>
              <a:picLocks noChangeAspect="1"/>
            </p:cNvPicPr>
            <p:nvPr/>
          </p:nvPicPr>
          <p:blipFill>
            <a:blip>
              <a:extLst>
                <a:ext uri="{96DAC541-7B7A-43D3-8B79-37D633B846F1}">
                  <asvg:svgBlip xmlns:asvg="http://schemas.microsoft.com/office/drawing/2016/SVG/main" r:embed="rId4"/>
                </a:ext>
              </a:extLst>
            </a:blip>
            <a:stretch>
              <a:fillRect/>
            </a:stretch>
          </p:blipFill>
          <p:spPr>
            <a:xfrm>
              <a:off x="7073731" y="357264"/>
              <a:ext cx="1720121" cy="1720121"/>
            </a:xfrm>
            <a:prstGeom prst="rect">
              <a:avLst/>
            </a:prstGeom>
          </p:spPr>
        </p:pic>
        <p:pic>
          <p:nvPicPr>
            <p:cNvPr id="73" name="Graphic 72" descr="Male profile with solid fill">
              <a:extLst>
                <a:ext uri="{FF2B5EF4-FFF2-40B4-BE49-F238E27FC236}">
                  <a16:creationId xmlns:a16="http://schemas.microsoft.com/office/drawing/2014/main" id="{65AFAD23-68DC-D161-BE94-31936682C7B0}"/>
                </a:ext>
              </a:extLst>
            </p:cNvPr>
            <p:cNvPicPr>
              <a:picLocks noChangeAspect="1"/>
            </p:cNvPicPr>
            <p:nvPr/>
          </p:nvPicPr>
          <p:blipFill>
            <a:blip>
              <a:extLst>
                <a:ext uri="{96DAC541-7B7A-43D3-8B79-37D633B846F1}">
                  <asvg:svgBlip xmlns:asvg="http://schemas.microsoft.com/office/drawing/2016/SVG/main" r:embed="rId4"/>
                </a:ext>
              </a:extLst>
            </a:blip>
            <a:stretch>
              <a:fillRect/>
            </a:stretch>
          </p:blipFill>
          <p:spPr>
            <a:xfrm>
              <a:off x="8257194" y="357263"/>
              <a:ext cx="1720121" cy="1720121"/>
            </a:xfrm>
            <a:prstGeom prst="rect">
              <a:avLst/>
            </a:prstGeom>
          </p:spPr>
        </p:pic>
        <p:pic>
          <p:nvPicPr>
            <p:cNvPr id="74" name="Graphic 73" descr="Male profile with solid fill">
              <a:extLst>
                <a:ext uri="{FF2B5EF4-FFF2-40B4-BE49-F238E27FC236}">
                  <a16:creationId xmlns:a16="http://schemas.microsoft.com/office/drawing/2014/main" id="{46A3D8E6-D1FB-A713-BB72-D6AFA1EEEF87}"/>
                </a:ext>
              </a:extLst>
            </p:cNvPr>
            <p:cNvPicPr>
              <a:picLocks noChangeAspect="1"/>
            </p:cNvPicPr>
            <p:nvPr/>
          </p:nvPicPr>
          <p:blipFill>
            <a:blip>
              <a:extLst>
                <a:ext uri="{96DAC541-7B7A-43D3-8B79-37D633B846F1}">
                  <asvg:svgBlip xmlns:asvg="http://schemas.microsoft.com/office/drawing/2016/SVG/main" r:embed="rId4"/>
                </a:ext>
              </a:extLst>
            </a:blip>
            <a:stretch>
              <a:fillRect/>
            </a:stretch>
          </p:blipFill>
          <p:spPr>
            <a:xfrm>
              <a:off x="2347689" y="357265"/>
              <a:ext cx="1720121" cy="1720121"/>
            </a:xfrm>
            <a:prstGeom prst="rect">
              <a:avLst/>
            </a:prstGeom>
          </p:spPr>
        </p:pic>
        <p:pic>
          <p:nvPicPr>
            <p:cNvPr id="75" name="Graphic 74" descr="Male profile with solid fill">
              <a:extLst>
                <a:ext uri="{FF2B5EF4-FFF2-40B4-BE49-F238E27FC236}">
                  <a16:creationId xmlns:a16="http://schemas.microsoft.com/office/drawing/2014/main" id="{95F2BC79-1FF2-7B46-382A-305E253F2127}"/>
                </a:ext>
              </a:extLst>
            </p:cNvPr>
            <p:cNvPicPr>
              <a:picLocks noChangeAspect="1"/>
            </p:cNvPicPr>
            <p:nvPr/>
          </p:nvPicPr>
          <p:blipFill>
            <a:blip>
              <a:extLst>
                <a:ext uri="{96DAC541-7B7A-43D3-8B79-37D633B846F1}">
                  <asvg:svgBlip xmlns:asvg="http://schemas.microsoft.com/office/drawing/2016/SVG/main" r:embed="rId4"/>
                </a:ext>
              </a:extLst>
            </a:blip>
            <a:stretch>
              <a:fillRect/>
            </a:stretch>
          </p:blipFill>
          <p:spPr>
            <a:xfrm>
              <a:off x="3531152" y="357264"/>
              <a:ext cx="1720121" cy="1720121"/>
            </a:xfrm>
            <a:prstGeom prst="rect">
              <a:avLst/>
            </a:prstGeom>
          </p:spPr>
        </p:pic>
        <p:pic>
          <p:nvPicPr>
            <p:cNvPr id="76" name="Graphic 75" descr="Male profile with solid fill">
              <a:extLst>
                <a:ext uri="{FF2B5EF4-FFF2-40B4-BE49-F238E27FC236}">
                  <a16:creationId xmlns:a16="http://schemas.microsoft.com/office/drawing/2014/main" id="{BFBD77D6-CB63-D681-CB02-F3D3AD0D815E}"/>
                </a:ext>
              </a:extLst>
            </p:cNvPr>
            <p:cNvPicPr>
              <a:picLocks noChangeAspect="1"/>
            </p:cNvPicPr>
            <p:nvPr/>
          </p:nvPicPr>
          <p:blipFill>
            <a:blip>
              <a:extLst>
                <a:ext uri="{96DAC541-7B7A-43D3-8B79-37D633B846F1}">
                  <asvg:svgBlip xmlns:asvg="http://schemas.microsoft.com/office/drawing/2016/SVG/main" r:embed="rId4"/>
                </a:ext>
              </a:extLst>
            </a:blip>
            <a:stretch>
              <a:fillRect/>
            </a:stretch>
          </p:blipFill>
          <p:spPr>
            <a:xfrm>
              <a:off x="9440657" y="357262"/>
              <a:ext cx="1720121" cy="1720121"/>
            </a:xfrm>
            <a:prstGeom prst="rect">
              <a:avLst/>
            </a:prstGeom>
          </p:spPr>
        </p:pic>
        <p:pic>
          <p:nvPicPr>
            <p:cNvPr id="77" name="Graphic 76" descr="Male profile with solid fill">
              <a:extLst>
                <a:ext uri="{FF2B5EF4-FFF2-40B4-BE49-F238E27FC236}">
                  <a16:creationId xmlns:a16="http://schemas.microsoft.com/office/drawing/2014/main" id="{8ECE5A67-FE3F-05B2-68FA-B45BB8CCE9E7}"/>
                </a:ext>
              </a:extLst>
            </p:cNvPr>
            <p:cNvPicPr>
              <a:picLocks noChangeAspect="1"/>
            </p:cNvPicPr>
            <p:nvPr/>
          </p:nvPicPr>
          <p:blipFill>
            <a:blip>
              <a:extLst>
                <a:ext uri="{96DAC541-7B7A-43D3-8B79-37D633B846F1}">
                  <asvg:svgBlip xmlns:asvg="http://schemas.microsoft.com/office/drawing/2016/SVG/main" r:embed="rId4"/>
                </a:ext>
              </a:extLst>
            </a:blip>
            <a:stretch>
              <a:fillRect/>
            </a:stretch>
          </p:blipFill>
          <p:spPr>
            <a:xfrm>
              <a:off x="10624120" y="357261"/>
              <a:ext cx="1720121" cy="1720121"/>
            </a:xfrm>
            <a:prstGeom prst="rect">
              <a:avLst/>
            </a:prstGeom>
          </p:spPr>
        </p:pic>
        <p:pic>
          <p:nvPicPr>
            <p:cNvPr id="78" name="Graphic 77" descr="Male profile with solid fill">
              <a:extLst>
                <a:ext uri="{FF2B5EF4-FFF2-40B4-BE49-F238E27FC236}">
                  <a16:creationId xmlns:a16="http://schemas.microsoft.com/office/drawing/2014/main" id="{50818B99-9EA2-7D34-7E3D-ABC2E4B45A3F}"/>
                </a:ext>
              </a:extLst>
            </p:cNvPr>
            <p:cNvPicPr>
              <a:picLocks noChangeAspect="1"/>
            </p:cNvPicPr>
            <p:nvPr/>
          </p:nvPicPr>
          <p:blipFill>
            <a:blip>
              <a:extLst>
                <a:ext uri="{96DAC541-7B7A-43D3-8B79-37D633B846F1}">
                  <asvg:svgBlip xmlns:asvg="http://schemas.microsoft.com/office/drawing/2016/SVG/main" r:embed="rId4"/>
                </a:ext>
              </a:extLst>
            </a:blip>
            <a:stretch>
              <a:fillRect/>
            </a:stretch>
          </p:blipFill>
          <p:spPr>
            <a:xfrm>
              <a:off x="-27055" y="357262"/>
              <a:ext cx="1720121" cy="1720121"/>
            </a:xfrm>
            <a:prstGeom prst="rect">
              <a:avLst/>
            </a:prstGeom>
          </p:spPr>
        </p:pic>
        <p:pic>
          <p:nvPicPr>
            <p:cNvPr id="79" name="Graphic 78" descr="Male profile with solid fill">
              <a:extLst>
                <a:ext uri="{FF2B5EF4-FFF2-40B4-BE49-F238E27FC236}">
                  <a16:creationId xmlns:a16="http://schemas.microsoft.com/office/drawing/2014/main" id="{3DD9827C-72E5-6D99-A61C-C54818BDBBA1}"/>
                </a:ext>
              </a:extLst>
            </p:cNvPr>
            <p:cNvPicPr>
              <a:picLocks noChangeAspect="1"/>
            </p:cNvPicPr>
            <p:nvPr/>
          </p:nvPicPr>
          <p:blipFill>
            <a:blip>
              <a:extLst>
                <a:ext uri="{96DAC541-7B7A-43D3-8B79-37D633B846F1}">
                  <asvg:svgBlip xmlns:asvg="http://schemas.microsoft.com/office/drawing/2016/SVG/main" r:embed="rId4"/>
                </a:ext>
              </a:extLst>
            </a:blip>
            <a:stretch>
              <a:fillRect/>
            </a:stretch>
          </p:blipFill>
          <p:spPr>
            <a:xfrm>
              <a:off x="1156408" y="357261"/>
              <a:ext cx="1720121" cy="1720121"/>
            </a:xfrm>
            <a:prstGeom prst="rect">
              <a:avLst/>
            </a:prstGeom>
          </p:spPr>
        </p:pic>
        <p:sp>
          <p:nvSpPr>
            <p:cNvPr id="80" name="TextBox 79">
              <a:extLst>
                <a:ext uri="{FF2B5EF4-FFF2-40B4-BE49-F238E27FC236}">
                  <a16:creationId xmlns:a16="http://schemas.microsoft.com/office/drawing/2014/main" id="{253CFEA0-97E3-364D-DACB-CC4CD6E5A52B}"/>
                </a:ext>
              </a:extLst>
            </p:cNvPr>
            <p:cNvSpPr txBox="1"/>
            <p:nvPr/>
          </p:nvSpPr>
          <p:spPr>
            <a:xfrm>
              <a:off x="266700" y="1866900"/>
              <a:ext cx="1130300" cy="261610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ctr"/>
              <a:r>
                <a:rPr lang="en-NO" sz="1100" dirty="0">
                  <a:solidFill>
                    <a:schemeClr val="bg2">
                      <a:lumMod val="50000"/>
                    </a:schemeClr>
                  </a:solidFill>
                </a:rPr>
                <a:t>1</a:t>
              </a:r>
            </a:p>
          </p:txBody>
        </p:sp>
        <p:sp>
          <p:nvSpPr>
            <p:cNvPr id="81" name="TextBox 80">
              <a:extLst>
                <a:ext uri="{FF2B5EF4-FFF2-40B4-BE49-F238E27FC236}">
                  <a16:creationId xmlns:a16="http://schemas.microsoft.com/office/drawing/2014/main" id="{19E2B7F9-ABBE-C0AF-C352-588F12F75D70}"/>
                </a:ext>
              </a:extLst>
            </p:cNvPr>
            <p:cNvSpPr txBox="1"/>
            <p:nvPr/>
          </p:nvSpPr>
          <p:spPr>
            <a:xfrm>
              <a:off x="1455228" y="1866900"/>
              <a:ext cx="1130300" cy="261610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ctr"/>
              <a:r>
                <a:rPr lang="en-NO" sz="1100" dirty="0">
                  <a:solidFill>
                    <a:schemeClr val="bg2">
                      <a:lumMod val="50000"/>
                    </a:schemeClr>
                  </a:solidFill>
                </a:rPr>
                <a:t>2</a:t>
              </a:r>
            </a:p>
          </p:txBody>
        </p:sp>
        <p:sp>
          <p:nvSpPr>
            <p:cNvPr id="82" name="TextBox 81">
              <a:extLst>
                <a:ext uri="{FF2B5EF4-FFF2-40B4-BE49-F238E27FC236}">
                  <a16:creationId xmlns:a16="http://schemas.microsoft.com/office/drawing/2014/main" id="{26B09337-812B-8756-4607-0612B1A5DBAC}"/>
                </a:ext>
              </a:extLst>
            </p:cNvPr>
            <p:cNvSpPr txBox="1"/>
            <p:nvPr/>
          </p:nvSpPr>
          <p:spPr>
            <a:xfrm>
              <a:off x="2642599" y="1871047"/>
              <a:ext cx="1130300" cy="261610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ctr"/>
              <a:r>
                <a:rPr lang="en-NO" sz="1100" dirty="0">
                  <a:solidFill>
                    <a:schemeClr val="bg2">
                      <a:lumMod val="50000"/>
                    </a:schemeClr>
                  </a:solidFill>
                </a:rPr>
                <a:t>3</a:t>
              </a:r>
            </a:p>
          </p:txBody>
        </p:sp>
        <p:sp>
          <p:nvSpPr>
            <p:cNvPr id="83" name="TextBox 82">
              <a:extLst>
                <a:ext uri="{FF2B5EF4-FFF2-40B4-BE49-F238E27FC236}">
                  <a16:creationId xmlns:a16="http://schemas.microsoft.com/office/drawing/2014/main" id="{E9DD9D67-5802-F406-DC92-56C831569DA1}"/>
                </a:ext>
              </a:extLst>
            </p:cNvPr>
            <p:cNvSpPr txBox="1"/>
            <p:nvPr/>
          </p:nvSpPr>
          <p:spPr>
            <a:xfrm>
              <a:off x="3826063" y="1866900"/>
              <a:ext cx="1130300" cy="261610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ctr"/>
              <a:r>
                <a:rPr lang="en-NO" sz="1100" dirty="0">
                  <a:solidFill>
                    <a:schemeClr val="bg2">
                      <a:lumMod val="50000"/>
                    </a:schemeClr>
                  </a:solidFill>
                </a:rPr>
                <a:t>4</a:t>
              </a:r>
            </a:p>
          </p:txBody>
        </p:sp>
        <p:sp>
          <p:nvSpPr>
            <p:cNvPr id="84" name="TextBox 83">
              <a:extLst>
                <a:ext uri="{FF2B5EF4-FFF2-40B4-BE49-F238E27FC236}">
                  <a16:creationId xmlns:a16="http://schemas.microsoft.com/office/drawing/2014/main" id="{EC640576-844E-65CE-35CA-6633BB9C91E0}"/>
                </a:ext>
              </a:extLst>
            </p:cNvPr>
            <p:cNvSpPr txBox="1"/>
            <p:nvPr/>
          </p:nvSpPr>
          <p:spPr>
            <a:xfrm>
              <a:off x="5001712" y="1866900"/>
              <a:ext cx="1130300" cy="261610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ctr"/>
              <a:r>
                <a:rPr lang="en-NO" sz="1100" dirty="0">
                  <a:solidFill>
                    <a:schemeClr val="bg2">
                      <a:lumMod val="50000"/>
                    </a:schemeClr>
                  </a:solidFill>
                </a:rPr>
                <a:t>5</a:t>
              </a:r>
            </a:p>
          </p:txBody>
        </p:sp>
        <p:sp>
          <p:nvSpPr>
            <p:cNvPr id="85" name="TextBox 84">
              <a:extLst>
                <a:ext uri="{FF2B5EF4-FFF2-40B4-BE49-F238E27FC236}">
                  <a16:creationId xmlns:a16="http://schemas.microsoft.com/office/drawing/2014/main" id="{BCE06419-0FF2-D5BA-6354-75E037DA0B4D}"/>
                </a:ext>
              </a:extLst>
            </p:cNvPr>
            <p:cNvSpPr txBox="1"/>
            <p:nvPr/>
          </p:nvSpPr>
          <p:spPr>
            <a:xfrm>
              <a:off x="6185175" y="1866900"/>
              <a:ext cx="1130300" cy="261610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ctr"/>
              <a:r>
                <a:rPr lang="en-NO" sz="1100" dirty="0">
                  <a:solidFill>
                    <a:schemeClr val="bg2">
                      <a:lumMod val="50000"/>
                    </a:schemeClr>
                  </a:solidFill>
                </a:rPr>
                <a:t>6</a:t>
              </a:r>
            </a:p>
          </p:txBody>
        </p:sp>
        <p:sp>
          <p:nvSpPr>
            <p:cNvPr id="86" name="TextBox 85">
              <a:extLst>
                <a:ext uri="{FF2B5EF4-FFF2-40B4-BE49-F238E27FC236}">
                  <a16:creationId xmlns:a16="http://schemas.microsoft.com/office/drawing/2014/main" id="{BD19E216-09B7-51B8-6B33-D1CC0D9C8E3D}"/>
                </a:ext>
              </a:extLst>
            </p:cNvPr>
            <p:cNvSpPr txBox="1"/>
            <p:nvPr/>
          </p:nvSpPr>
          <p:spPr>
            <a:xfrm>
              <a:off x="7368641" y="1866900"/>
              <a:ext cx="1130300" cy="261610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ctr"/>
              <a:r>
                <a:rPr lang="en-NO" sz="1100" dirty="0">
                  <a:solidFill>
                    <a:schemeClr val="bg2">
                      <a:lumMod val="50000"/>
                    </a:schemeClr>
                  </a:solidFill>
                </a:rPr>
                <a:t>7</a:t>
              </a:r>
            </a:p>
          </p:txBody>
        </p:sp>
        <p:sp>
          <p:nvSpPr>
            <p:cNvPr id="87" name="TextBox 86">
              <a:extLst>
                <a:ext uri="{FF2B5EF4-FFF2-40B4-BE49-F238E27FC236}">
                  <a16:creationId xmlns:a16="http://schemas.microsoft.com/office/drawing/2014/main" id="{1825FC8C-E859-7AA1-3A38-3DB1A1A335D4}"/>
                </a:ext>
              </a:extLst>
            </p:cNvPr>
            <p:cNvSpPr txBox="1"/>
            <p:nvPr/>
          </p:nvSpPr>
          <p:spPr>
            <a:xfrm>
              <a:off x="8552103" y="1866900"/>
              <a:ext cx="1130300" cy="261610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ctr"/>
              <a:r>
                <a:rPr lang="en-NO" sz="1100" dirty="0">
                  <a:solidFill>
                    <a:schemeClr val="bg2">
                      <a:lumMod val="50000"/>
                    </a:schemeClr>
                  </a:solidFill>
                </a:rPr>
                <a:t>8</a:t>
              </a:r>
            </a:p>
          </p:txBody>
        </p:sp>
        <p:sp>
          <p:nvSpPr>
            <p:cNvPr id="88" name="TextBox 87">
              <a:extLst>
                <a:ext uri="{FF2B5EF4-FFF2-40B4-BE49-F238E27FC236}">
                  <a16:creationId xmlns:a16="http://schemas.microsoft.com/office/drawing/2014/main" id="{D37982D4-E4BE-C8D2-92BB-459334A2BBA9}"/>
                </a:ext>
              </a:extLst>
            </p:cNvPr>
            <p:cNvSpPr txBox="1"/>
            <p:nvPr/>
          </p:nvSpPr>
          <p:spPr>
            <a:xfrm>
              <a:off x="9735567" y="1866900"/>
              <a:ext cx="1130300" cy="261610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ctr"/>
              <a:r>
                <a:rPr lang="en-NO" sz="1100" dirty="0">
                  <a:solidFill>
                    <a:schemeClr val="bg2">
                      <a:lumMod val="50000"/>
                    </a:schemeClr>
                  </a:solidFill>
                </a:rPr>
                <a:t>9</a:t>
              </a:r>
            </a:p>
          </p:txBody>
        </p:sp>
        <p:sp>
          <p:nvSpPr>
            <p:cNvPr id="89" name="TextBox 88">
              <a:extLst>
                <a:ext uri="{FF2B5EF4-FFF2-40B4-BE49-F238E27FC236}">
                  <a16:creationId xmlns:a16="http://schemas.microsoft.com/office/drawing/2014/main" id="{CB79908B-E9E5-4F88-BCDB-4AEB88A3FECC}"/>
                </a:ext>
              </a:extLst>
            </p:cNvPr>
            <p:cNvSpPr txBox="1"/>
            <p:nvPr/>
          </p:nvSpPr>
          <p:spPr>
            <a:xfrm>
              <a:off x="10919031" y="1866900"/>
              <a:ext cx="1130300" cy="261610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ctr"/>
              <a:r>
                <a:rPr lang="en-NO" sz="1100" dirty="0">
                  <a:solidFill>
                    <a:schemeClr val="bg2">
                      <a:lumMod val="50000"/>
                    </a:schemeClr>
                  </a:solidFill>
                </a:rPr>
                <a:t>10</a:t>
              </a:r>
            </a:p>
          </p:txBody>
        </p:sp>
      </p:grpSp>
      <p:grpSp>
        <p:nvGrpSpPr>
          <p:cNvPr id="123" name="Group 122">
            <a:extLst>
              <a:ext uri="{FF2B5EF4-FFF2-40B4-BE49-F238E27FC236}">
                <a16:creationId xmlns:a16="http://schemas.microsoft.com/office/drawing/2014/main" id="{B30D0CB1-3CA8-4BBC-B422-7C8C89FF0F09}"/>
              </a:ext>
            </a:extLst>
          </p:cNvPr>
          <p:cNvGrpSpPr/>
          <p:nvPr/>
        </p:nvGrpSpPr>
        <p:grpSpPr>
          <a:xfrm>
            <a:off x="-117019" y="4132267"/>
            <a:ext cx="12444979" cy="1780819"/>
            <a:chOff x="-117019" y="4132267"/>
            <a:chExt cx="12444979" cy="1780819"/>
          </a:xfrm>
        </p:grpSpPr>
        <p:grpSp>
          <p:nvGrpSpPr>
            <p:cNvPr id="90" name="Group 89">
              <a:extLst>
                <a:ext uri="{FF2B5EF4-FFF2-40B4-BE49-F238E27FC236}">
                  <a16:creationId xmlns:a16="http://schemas.microsoft.com/office/drawing/2014/main" id="{46159998-7AE7-E732-77A2-5D4D7AE9FF19}"/>
                </a:ext>
              </a:extLst>
            </p:cNvPr>
            <p:cNvGrpSpPr/>
            <p:nvPr/>
          </p:nvGrpSpPr>
          <p:grpSpPr>
            <a:xfrm>
              <a:off x="204107" y="5647329"/>
              <a:ext cx="11782631" cy="265757"/>
              <a:chOff x="266700" y="1866900"/>
              <a:chExt cx="11782631" cy="265757"/>
            </a:xfrm>
          </p:grpSpPr>
          <p:sp>
            <p:nvSpPr>
              <p:cNvPr id="101" name="TextBox 100">
                <a:extLst>
                  <a:ext uri="{FF2B5EF4-FFF2-40B4-BE49-F238E27FC236}">
                    <a16:creationId xmlns:a16="http://schemas.microsoft.com/office/drawing/2014/main" id="{E4A1005E-7069-BC59-9C69-1C994E97D99F}"/>
                  </a:ext>
                </a:extLst>
              </p:cNvPr>
              <p:cNvSpPr txBox="1"/>
              <p:nvPr/>
            </p:nvSpPr>
            <p:spPr>
              <a:xfrm>
                <a:off x="266700" y="1866900"/>
                <a:ext cx="1130300" cy="261610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 algn="ctr"/>
                <a:r>
                  <a:rPr lang="en-NO" sz="1100" dirty="0">
                    <a:solidFill>
                      <a:schemeClr val="bg2">
                        <a:lumMod val="50000"/>
                      </a:schemeClr>
                    </a:solidFill>
                  </a:rPr>
                  <a:t>1</a:t>
                </a:r>
              </a:p>
            </p:txBody>
          </p:sp>
          <p:sp>
            <p:nvSpPr>
              <p:cNvPr id="102" name="TextBox 101">
                <a:extLst>
                  <a:ext uri="{FF2B5EF4-FFF2-40B4-BE49-F238E27FC236}">
                    <a16:creationId xmlns:a16="http://schemas.microsoft.com/office/drawing/2014/main" id="{D293D42E-E182-C0A6-8303-E74D0CFA9A49}"/>
                  </a:ext>
                </a:extLst>
              </p:cNvPr>
              <p:cNvSpPr txBox="1"/>
              <p:nvPr/>
            </p:nvSpPr>
            <p:spPr>
              <a:xfrm>
                <a:off x="1455228" y="1866900"/>
                <a:ext cx="1130300" cy="261610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 algn="ctr"/>
                <a:r>
                  <a:rPr lang="en-NO" sz="1100" dirty="0">
                    <a:solidFill>
                      <a:schemeClr val="bg2">
                        <a:lumMod val="50000"/>
                      </a:schemeClr>
                    </a:solidFill>
                  </a:rPr>
                  <a:t>2</a:t>
                </a:r>
              </a:p>
            </p:txBody>
          </p:sp>
          <p:sp>
            <p:nvSpPr>
              <p:cNvPr id="103" name="TextBox 102">
                <a:extLst>
                  <a:ext uri="{FF2B5EF4-FFF2-40B4-BE49-F238E27FC236}">
                    <a16:creationId xmlns:a16="http://schemas.microsoft.com/office/drawing/2014/main" id="{97981534-AABB-8596-50E5-3BC415C55928}"/>
                  </a:ext>
                </a:extLst>
              </p:cNvPr>
              <p:cNvSpPr txBox="1"/>
              <p:nvPr/>
            </p:nvSpPr>
            <p:spPr>
              <a:xfrm>
                <a:off x="2642599" y="1871047"/>
                <a:ext cx="1130300" cy="261610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 algn="ctr"/>
                <a:r>
                  <a:rPr lang="en-NO" sz="1100" dirty="0">
                    <a:solidFill>
                      <a:schemeClr val="bg2">
                        <a:lumMod val="50000"/>
                      </a:schemeClr>
                    </a:solidFill>
                  </a:rPr>
                  <a:t>3</a:t>
                </a:r>
              </a:p>
            </p:txBody>
          </p:sp>
          <p:sp>
            <p:nvSpPr>
              <p:cNvPr id="104" name="TextBox 103">
                <a:extLst>
                  <a:ext uri="{FF2B5EF4-FFF2-40B4-BE49-F238E27FC236}">
                    <a16:creationId xmlns:a16="http://schemas.microsoft.com/office/drawing/2014/main" id="{5948E368-A716-9C9F-66AD-E4ECA6FA83FE}"/>
                  </a:ext>
                </a:extLst>
              </p:cNvPr>
              <p:cNvSpPr txBox="1"/>
              <p:nvPr/>
            </p:nvSpPr>
            <p:spPr>
              <a:xfrm>
                <a:off x="3826063" y="1866900"/>
                <a:ext cx="1130300" cy="261610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 algn="ctr"/>
                <a:r>
                  <a:rPr lang="en-NO" sz="1100" dirty="0">
                    <a:solidFill>
                      <a:schemeClr val="bg2">
                        <a:lumMod val="50000"/>
                      </a:schemeClr>
                    </a:solidFill>
                  </a:rPr>
                  <a:t>4</a:t>
                </a:r>
              </a:p>
            </p:txBody>
          </p:sp>
          <p:sp>
            <p:nvSpPr>
              <p:cNvPr id="105" name="TextBox 104">
                <a:extLst>
                  <a:ext uri="{FF2B5EF4-FFF2-40B4-BE49-F238E27FC236}">
                    <a16:creationId xmlns:a16="http://schemas.microsoft.com/office/drawing/2014/main" id="{99920989-50A3-6FC2-253E-F06DD6129E5E}"/>
                  </a:ext>
                </a:extLst>
              </p:cNvPr>
              <p:cNvSpPr txBox="1"/>
              <p:nvPr/>
            </p:nvSpPr>
            <p:spPr>
              <a:xfrm>
                <a:off x="5001712" y="1866900"/>
                <a:ext cx="1130300" cy="261610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 algn="ctr"/>
                <a:r>
                  <a:rPr lang="en-NO" sz="1100" dirty="0">
                    <a:solidFill>
                      <a:schemeClr val="bg2">
                        <a:lumMod val="50000"/>
                      </a:schemeClr>
                    </a:solidFill>
                  </a:rPr>
                  <a:t>5</a:t>
                </a:r>
              </a:p>
            </p:txBody>
          </p:sp>
          <p:sp>
            <p:nvSpPr>
              <p:cNvPr id="106" name="TextBox 105">
                <a:extLst>
                  <a:ext uri="{FF2B5EF4-FFF2-40B4-BE49-F238E27FC236}">
                    <a16:creationId xmlns:a16="http://schemas.microsoft.com/office/drawing/2014/main" id="{E856F4BE-2C75-CA99-BDD5-0F15FD4C9545}"/>
                  </a:ext>
                </a:extLst>
              </p:cNvPr>
              <p:cNvSpPr txBox="1"/>
              <p:nvPr/>
            </p:nvSpPr>
            <p:spPr>
              <a:xfrm>
                <a:off x="6185175" y="1866900"/>
                <a:ext cx="1130300" cy="261610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 algn="ctr"/>
                <a:r>
                  <a:rPr lang="en-NO" sz="1100" dirty="0">
                    <a:solidFill>
                      <a:schemeClr val="bg2">
                        <a:lumMod val="50000"/>
                      </a:schemeClr>
                    </a:solidFill>
                  </a:rPr>
                  <a:t>6</a:t>
                </a:r>
              </a:p>
            </p:txBody>
          </p:sp>
          <p:sp>
            <p:nvSpPr>
              <p:cNvPr id="107" name="TextBox 106">
                <a:extLst>
                  <a:ext uri="{FF2B5EF4-FFF2-40B4-BE49-F238E27FC236}">
                    <a16:creationId xmlns:a16="http://schemas.microsoft.com/office/drawing/2014/main" id="{39B5B7BB-C918-267E-DB82-54D64EE1C864}"/>
                  </a:ext>
                </a:extLst>
              </p:cNvPr>
              <p:cNvSpPr txBox="1"/>
              <p:nvPr/>
            </p:nvSpPr>
            <p:spPr>
              <a:xfrm>
                <a:off x="7368641" y="1866900"/>
                <a:ext cx="1130300" cy="261610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 algn="ctr"/>
                <a:r>
                  <a:rPr lang="en-NO" sz="1100" dirty="0">
                    <a:solidFill>
                      <a:schemeClr val="bg2">
                        <a:lumMod val="50000"/>
                      </a:schemeClr>
                    </a:solidFill>
                  </a:rPr>
                  <a:t>7</a:t>
                </a:r>
              </a:p>
            </p:txBody>
          </p:sp>
          <p:sp>
            <p:nvSpPr>
              <p:cNvPr id="108" name="TextBox 107">
                <a:extLst>
                  <a:ext uri="{FF2B5EF4-FFF2-40B4-BE49-F238E27FC236}">
                    <a16:creationId xmlns:a16="http://schemas.microsoft.com/office/drawing/2014/main" id="{A39B0ABE-A981-3CBF-E024-B0B859ECADEB}"/>
                  </a:ext>
                </a:extLst>
              </p:cNvPr>
              <p:cNvSpPr txBox="1"/>
              <p:nvPr/>
            </p:nvSpPr>
            <p:spPr>
              <a:xfrm>
                <a:off x="8552103" y="1866900"/>
                <a:ext cx="1130300" cy="261610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 algn="ctr"/>
                <a:r>
                  <a:rPr lang="en-NO" sz="1100" dirty="0">
                    <a:solidFill>
                      <a:schemeClr val="bg2">
                        <a:lumMod val="50000"/>
                      </a:schemeClr>
                    </a:solidFill>
                  </a:rPr>
                  <a:t>8</a:t>
                </a:r>
              </a:p>
            </p:txBody>
          </p:sp>
          <p:sp>
            <p:nvSpPr>
              <p:cNvPr id="109" name="TextBox 108">
                <a:extLst>
                  <a:ext uri="{FF2B5EF4-FFF2-40B4-BE49-F238E27FC236}">
                    <a16:creationId xmlns:a16="http://schemas.microsoft.com/office/drawing/2014/main" id="{8816B45A-A1F9-A474-EB6E-7CE1756DDFEF}"/>
                  </a:ext>
                </a:extLst>
              </p:cNvPr>
              <p:cNvSpPr txBox="1"/>
              <p:nvPr/>
            </p:nvSpPr>
            <p:spPr>
              <a:xfrm>
                <a:off x="9735567" y="1866900"/>
                <a:ext cx="1130300" cy="261610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 algn="ctr"/>
                <a:r>
                  <a:rPr lang="en-NO" sz="1100" dirty="0">
                    <a:solidFill>
                      <a:schemeClr val="bg2">
                        <a:lumMod val="50000"/>
                      </a:schemeClr>
                    </a:solidFill>
                  </a:rPr>
                  <a:t>9</a:t>
                </a:r>
              </a:p>
            </p:txBody>
          </p:sp>
          <p:sp>
            <p:nvSpPr>
              <p:cNvPr id="110" name="TextBox 109">
                <a:extLst>
                  <a:ext uri="{FF2B5EF4-FFF2-40B4-BE49-F238E27FC236}">
                    <a16:creationId xmlns:a16="http://schemas.microsoft.com/office/drawing/2014/main" id="{0ED65E2F-0CFC-5892-6512-AFE9F40F08F7}"/>
                  </a:ext>
                </a:extLst>
              </p:cNvPr>
              <p:cNvSpPr txBox="1"/>
              <p:nvPr/>
            </p:nvSpPr>
            <p:spPr>
              <a:xfrm>
                <a:off x="10919031" y="1866900"/>
                <a:ext cx="1130300" cy="261610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 algn="ctr"/>
                <a:r>
                  <a:rPr lang="en-NO" sz="1100" dirty="0">
                    <a:solidFill>
                      <a:schemeClr val="bg2">
                        <a:lumMod val="50000"/>
                      </a:schemeClr>
                    </a:solidFill>
                  </a:rPr>
                  <a:t>10</a:t>
                </a:r>
              </a:p>
            </p:txBody>
          </p:sp>
        </p:grpSp>
        <p:pic>
          <p:nvPicPr>
            <p:cNvPr id="112" name="Graphic 111" descr="User with solid fill">
              <a:extLst>
                <a:ext uri="{FF2B5EF4-FFF2-40B4-BE49-F238E27FC236}">
                  <a16:creationId xmlns:a16="http://schemas.microsoft.com/office/drawing/2014/main" id="{2AECFFE6-F364-D99A-F88D-651304069445}"/>
                </a:ext>
              </a:extLst>
            </p:cNvPr>
            <p:cNvPicPr>
              <a:picLocks noChangeAspect="1"/>
            </p:cNvPicPr>
            <p:nvPr/>
          </p:nvPicPr>
          <p:blipFill>
            <a:blip>
              <a:extLst>
                <a:ext uri="{96DAC541-7B7A-43D3-8B79-37D633B846F1}">
                  <asvg:svgBlip xmlns:asvg="http://schemas.microsoft.com/office/drawing/2016/SVG/main" r:embed="rId5"/>
                </a:ext>
              </a:extLst>
            </a:blip>
            <a:stretch>
              <a:fillRect/>
            </a:stretch>
          </p:blipFill>
          <p:spPr>
            <a:xfrm>
              <a:off x="4643869" y="4133608"/>
              <a:ext cx="1720800" cy="1720800"/>
            </a:xfrm>
            <a:prstGeom prst="rect">
              <a:avLst/>
            </a:prstGeom>
          </p:spPr>
        </p:pic>
        <p:pic>
          <p:nvPicPr>
            <p:cNvPr id="113" name="Graphic 112" descr="User with solid fill">
              <a:extLst>
                <a:ext uri="{FF2B5EF4-FFF2-40B4-BE49-F238E27FC236}">
                  <a16:creationId xmlns:a16="http://schemas.microsoft.com/office/drawing/2014/main" id="{0CDBC698-C8E1-E1B6-7781-856BB95EA56C}"/>
                </a:ext>
              </a:extLst>
            </p:cNvPr>
            <p:cNvPicPr>
              <a:picLocks noChangeAspect="1"/>
            </p:cNvPicPr>
            <p:nvPr/>
          </p:nvPicPr>
          <p:blipFill>
            <a:blip>
              <a:extLst>
                <a:ext uri="{96DAC541-7B7A-43D3-8B79-37D633B846F1}">
                  <asvg:svgBlip xmlns:asvg="http://schemas.microsoft.com/office/drawing/2016/SVG/main" r:embed="rId5"/>
                </a:ext>
              </a:extLst>
            </a:blip>
            <a:stretch>
              <a:fillRect/>
            </a:stretch>
          </p:blipFill>
          <p:spPr>
            <a:xfrm>
              <a:off x="3446415" y="4133547"/>
              <a:ext cx="1720800" cy="1720800"/>
            </a:xfrm>
            <a:prstGeom prst="rect">
              <a:avLst/>
            </a:prstGeom>
          </p:spPr>
        </p:pic>
        <p:pic>
          <p:nvPicPr>
            <p:cNvPr id="114" name="Graphic 113" descr="User with solid fill">
              <a:extLst>
                <a:ext uri="{FF2B5EF4-FFF2-40B4-BE49-F238E27FC236}">
                  <a16:creationId xmlns:a16="http://schemas.microsoft.com/office/drawing/2014/main" id="{DE8F19C2-4F33-624A-CCE6-8CA686E7F762}"/>
                </a:ext>
              </a:extLst>
            </p:cNvPr>
            <p:cNvPicPr>
              <a:picLocks noChangeAspect="1"/>
            </p:cNvPicPr>
            <p:nvPr/>
          </p:nvPicPr>
          <p:blipFill>
            <a:blip>
              <a:extLst>
                <a:ext uri="{96DAC541-7B7A-43D3-8B79-37D633B846F1}">
                  <asvg:svgBlip xmlns:asvg="http://schemas.microsoft.com/office/drawing/2016/SVG/main" r:embed="rId5"/>
                </a:ext>
              </a:extLst>
            </a:blip>
            <a:stretch>
              <a:fillRect/>
            </a:stretch>
          </p:blipFill>
          <p:spPr>
            <a:xfrm>
              <a:off x="2266167" y="4132267"/>
              <a:ext cx="1720800" cy="1720800"/>
            </a:xfrm>
            <a:prstGeom prst="rect">
              <a:avLst/>
            </a:prstGeom>
          </p:spPr>
        </p:pic>
        <p:pic>
          <p:nvPicPr>
            <p:cNvPr id="115" name="Graphic 114" descr="User with solid fill">
              <a:extLst>
                <a:ext uri="{FF2B5EF4-FFF2-40B4-BE49-F238E27FC236}">
                  <a16:creationId xmlns:a16="http://schemas.microsoft.com/office/drawing/2014/main" id="{3A71AA6A-0D5F-EC24-9A9A-1CC2E56A17A5}"/>
                </a:ext>
              </a:extLst>
            </p:cNvPr>
            <p:cNvPicPr>
              <a:picLocks noChangeAspect="1"/>
            </p:cNvPicPr>
            <p:nvPr/>
          </p:nvPicPr>
          <p:blipFill>
            <a:blip>
              <a:extLst>
                <a:ext uri="{96DAC541-7B7A-43D3-8B79-37D633B846F1}">
                  <asvg:svgBlip xmlns:asvg="http://schemas.microsoft.com/office/drawing/2016/SVG/main" r:embed="rId5"/>
                </a:ext>
              </a:extLst>
            </a:blip>
            <a:stretch>
              <a:fillRect/>
            </a:stretch>
          </p:blipFill>
          <p:spPr>
            <a:xfrm>
              <a:off x="1072795" y="4133608"/>
              <a:ext cx="1720800" cy="1720800"/>
            </a:xfrm>
            <a:prstGeom prst="rect">
              <a:avLst/>
            </a:prstGeom>
          </p:spPr>
        </p:pic>
        <p:pic>
          <p:nvPicPr>
            <p:cNvPr id="117" name="Graphic 116" descr="User with solid fill">
              <a:extLst>
                <a:ext uri="{FF2B5EF4-FFF2-40B4-BE49-F238E27FC236}">
                  <a16:creationId xmlns:a16="http://schemas.microsoft.com/office/drawing/2014/main" id="{56B2747C-CACF-50EC-4BDD-E0F1F5753EB8}"/>
                </a:ext>
              </a:extLst>
            </p:cNvPr>
            <p:cNvPicPr>
              <a:picLocks noChangeAspect="1"/>
            </p:cNvPicPr>
            <p:nvPr/>
          </p:nvPicPr>
          <p:blipFill>
            <a:blip>
              <a:extLst>
                <a:ext uri="{96DAC541-7B7A-43D3-8B79-37D633B846F1}">
                  <asvg:svgBlip xmlns:asvg="http://schemas.microsoft.com/office/drawing/2016/SVG/main" r:embed="rId5"/>
                </a:ext>
              </a:extLst>
            </a:blip>
            <a:stretch>
              <a:fillRect/>
            </a:stretch>
          </p:blipFill>
          <p:spPr>
            <a:xfrm>
              <a:off x="-117019" y="4133547"/>
              <a:ext cx="1720800" cy="1720800"/>
            </a:xfrm>
            <a:prstGeom prst="rect">
              <a:avLst/>
            </a:prstGeom>
          </p:spPr>
        </p:pic>
        <p:pic>
          <p:nvPicPr>
            <p:cNvPr id="118" name="Graphic 117" descr="User with solid fill">
              <a:extLst>
                <a:ext uri="{FF2B5EF4-FFF2-40B4-BE49-F238E27FC236}">
                  <a16:creationId xmlns:a16="http://schemas.microsoft.com/office/drawing/2014/main" id="{DC0C8A12-098D-A281-A993-4B24943A237B}"/>
                </a:ext>
              </a:extLst>
            </p:cNvPr>
            <p:cNvPicPr>
              <a:picLocks noChangeAspect="1"/>
            </p:cNvPicPr>
            <p:nvPr/>
          </p:nvPicPr>
          <p:blipFill>
            <a:blip>
              <a:extLst>
                <a:ext uri="{96DAC541-7B7A-43D3-8B79-37D633B846F1}">
                  <asvg:svgBlip xmlns:asvg="http://schemas.microsoft.com/office/drawing/2016/SVG/main" r:embed="rId5"/>
                </a:ext>
              </a:extLst>
            </a:blip>
            <a:stretch>
              <a:fillRect/>
            </a:stretch>
          </p:blipFill>
          <p:spPr>
            <a:xfrm>
              <a:off x="10607160" y="4137690"/>
              <a:ext cx="1720800" cy="1720800"/>
            </a:xfrm>
            <a:prstGeom prst="rect">
              <a:avLst/>
            </a:prstGeom>
          </p:spPr>
        </p:pic>
        <p:pic>
          <p:nvPicPr>
            <p:cNvPr id="119" name="Graphic 118" descr="User with solid fill">
              <a:extLst>
                <a:ext uri="{FF2B5EF4-FFF2-40B4-BE49-F238E27FC236}">
                  <a16:creationId xmlns:a16="http://schemas.microsoft.com/office/drawing/2014/main" id="{2803EFA2-E12D-0FDD-99BB-775D676AAD34}"/>
                </a:ext>
              </a:extLst>
            </p:cNvPr>
            <p:cNvPicPr>
              <a:picLocks noChangeAspect="1"/>
            </p:cNvPicPr>
            <p:nvPr/>
          </p:nvPicPr>
          <p:blipFill>
            <a:blip>
              <a:extLst>
                <a:ext uri="{96DAC541-7B7A-43D3-8B79-37D633B846F1}">
                  <asvg:svgBlip xmlns:asvg="http://schemas.microsoft.com/office/drawing/2016/SVG/main" r:embed="rId5"/>
                </a:ext>
              </a:extLst>
            </a:blip>
            <a:stretch>
              <a:fillRect/>
            </a:stretch>
          </p:blipFill>
          <p:spPr>
            <a:xfrm>
              <a:off x="9409706" y="4133547"/>
              <a:ext cx="1720800" cy="1720800"/>
            </a:xfrm>
            <a:prstGeom prst="rect">
              <a:avLst/>
            </a:prstGeom>
          </p:spPr>
        </p:pic>
        <p:pic>
          <p:nvPicPr>
            <p:cNvPr id="120" name="Graphic 119" descr="User with solid fill">
              <a:extLst>
                <a:ext uri="{FF2B5EF4-FFF2-40B4-BE49-F238E27FC236}">
                  <a16:creationId xmlns:a16="http://schemas.microsoft.com/office/drawing/2014/main" id="{66146594-2C53-9526-EB4A-61968FB11819}"/>
                </a:ext>
              </a:extLst>
            </p:cNvPr>
            <p:cNvPicPr>
              <a:picLocks noChangeAspect="1"/>
            </p:cNvPicPr>
            <p:nvPr/>
          </p:nvPicPr>
          <p:blipFill>
            <a:blip>
              <a:extLst>
                <a:ext uri="{96DAC541-7B7A-43D3-8B79-37D633B846F1}">
                  <asvg:svgBlip xmlns:asvg="http://schemas.microsoft.com/office/drawing/2016/SVG/main" r:embed="rId5"/>
                </a:ext>
              </a:extLst>
            </a:blip>
            <a:stretch>
              <a:fillRect/>
            </a:stretch>
          </p:blipFill>
          <p:spPr>
            <a:xfrm>
              <a:off x="8233540" y="4137629"/>
              <a:ext cx="1720800" cy="1720800"/>
            </a:xfrm>
            <a:prstGeom prst="rect">
              <a:avLst/>
            </a:prstGeom>
          </p:spPr>
        </p:pic>
        <p:pic>
          <p:nvPicPr>
            <p:cNvPr id="121" name="Graphic 120" descr="User with solid fill">
              <a:extLst>
                <a:ext uri="{FF2B5EF4-FFF2-40B4-BE49-F238E27FC236}">
                  <a16:creationId xmlns:a16="http://schemas.microsoft.com/office/drawing/2014/main" id="{1EAC4FDE-5301-E2F3-AD62-AED504B72084}"/>
                </a:ext>
              </a:extLst>
            </p:cNvPr>
            <p:cNvPicPr>
              <a:picLocks noChangeAspect="1"/>
            </p:cNvPicPr>
            <p:nvPr/>
          </p:nvPicPr>
          <p:blipFill>
            <a:blip>
              <a:extLst>
                <a:ext uri="{96DAC541-7B7A-43D3-8B79-37D633B846F1}">
                  <asvg:svgBlip xmlns:asvg="http://schemas.microsoft.com/office/drawing/2016/SVG/main" r:embed="rId5"/>
                </a:ext>
              </a:extLst>
            </a:blip>
            <a:stretch>
              <a:fillRect/>
            </a:stretch>
          </p:blipFill>
          <p:spPr>
            <a:xfrm>
              <a:off x="7036086" y="4137690"/>
              <a:ext cx="1720800" cy="1720800"/>
            </a:xfrm>
            <a:prstGeom prst="rect">
              <a:avLst/>
            </a:prstGeom>
          </p:spPr>
        </p:pic>
        <p:pic>
          <p:nvPicPr>
            <p:cNvPr id="122" name="Graphic 121" descr="User with solid fill">
              <a:extLst>
                <a:ext uri="{FF2B5EF4-FFF2-40B4-BE49-F238E27FC236}">
                  <a16:creationId xmlns:a16="http://schemas.microsoft.com/office/drawing/2014/main" id="{A2F27957-60E6-7986-E444-B8CC33AAC367}"/>
                </a:ext>
              </a:extLst>
            </p:cNvPr>
            <p:cNvPicPr>
              <a:picLocks noChangeAspect="1"/>
            </p:cNvPicPr>
            <p:nvPr/>
          </p:nvPicPr>
          <p:blipFill>
            <a:blip>
              <a:extLst>
                <a:ext uri="{96DAC541-7B7A-43D3-8B79-37D633B846F1}">
                  <asvg:svgBlip xmlns:asvg="http://schemas.microsoft.com/office/drawing/2016/SVG/main" r:embed="rId5"/>
                </a:ext>
              </a:extLst>
            </a:blip>
            <a:stretch>
              <a:fillRect/>
            </a:stretch>
          </p:blipFill>
          <p:spPr>
            <a:xfrm>
              <a:off x="5846272" y="4132267"/>
              <a:ext cx="1720800" cy="1720800"/>
            </a:xfrm>
            <a:prstGeom prst="rect">
              <a:avLst/>
            </a:prstGeom>
          </p:spPr>
        </p:pic>
      </p:grpSp>
    </p:spTree>
    <p:extLst>
      <p:ext uri="{BB962C8B-B14F-4D97-AF65-F5344CB8AC3E}">
        <p14:creationId xmlns:p14="http://schemas.microsoft.com/office/powerpoint/2010/main" val="2635402026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BF231419-7471-C909-1A90-E38F696AABEA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68" name="Group 67">
            <a:extLst>
              <a:ext uri="{FF2B5EF4-FFF2-40B4-BE49-F238E27FC236}">
                <a16:creationId xmlns:a16="http://schemas.microsoft.com/office/drawing/2014/main" id="{2401C6E5-AFDD-B23F-C226-D4F7CBF7ABCF}"/>
              </a:ext>
            </a:extLst>
          </p:cNvPr>
          <p:cNvGrpSpPr/>
          <p:nvPr/>
        </p:nvGrpSpPr>
        <p:grpSpPr>
          <a:xfrm>
            <a:off x="-43336" y="357256"/>
            <a:ext cx="12404407" cy="1775401"/>
            <a:chOff x="-43336" y="357256"/>
            <a:chExt cx="12404407" cy="1775401"/>
          </a:xfrm>
        </p:grpSpPr>
        <p:pic>
          <p:nvPicPr>
            <p:cNvPr id="7" name="Graphic 6" descr="Female Profile with solid fill">
              <a:extLst>
                <a:ext uri="{FF2B5EF4-FFF2-40B4-BE49-F238E27FC236}">
                  <a16:creationId xmlns:a16="http://schemas.microsoft.com/office/drawing/2014/main" id="{5EE0D20B-3A36-EE1E-54D0-F128DAE86AE3}"/>
                </a:ext>
              </a:extLst>
            </p:cNvPr>
            <p:cNvPicPr>
              <a:picLocks noChangeAspect="1"/>
            </p:cNvPicPr>
            <p:nvPr/>
          </p:nvPicPr>
          <p:blipFill>
            <a:blip>
              <a:extLst>
                <a:ext uri="{96DAC541-7B7A-43D3-8B79-37D633B846F1}">
                  <asvg:svgBlip xmlns:asvg="http://schemas.microsoft.com/office/drawing/2016/SVG/main" r:embed="rId2"/>
                </a:ext>
              </a:extLst>
            </a:blip>
            <a:stretch>
              <a:fillRect/>
            </a:stretch>
          </p:blipFill>
          <p:spPr>
            <a:xfrm>
              <a:off x="3515357" y="357260"/>
              <a:ext cx="1720121" cy="1720121"/>
            </a:xfrm>
            <a:prstGeom prst="rect">
              <a:avLst/>
            </a:prstGeom>
          </p:spPr>
        </p:pic>
        <p:grpSp>
          <p:nvGrpSpPr>
            <p:cNvPr id="37" name="Group 36">
              <a:extLst>
                <a:ext uri="{FF2B5EF4-FFF2-40B4-BE49-F238E27FC236}">
                  <a16:creationId xmlns:a16="http://schemas.microsoft.com/office/drawing/2014/main" id="{28BF06CD-977F-7025-5348-52FB64F843A9}"/>
                </a:ext>
              </a:extLst>
            </p:cNvPr>
            <p:cNvGrpSpPr/>
            <p:nvPr/>
          </p:nvGrpSpPr>
          <p:grpSpPr>
            <a:xfrm>
              <a:off x="266700" y="1866900"/>
              <a:ext cx="11782631" cy="265757"/>
              <a:chOff x="266700" y="1866900"/>
              <a:chExt cx="11782631" cy="265757"/>
            </a:xfrm>
          </p:grpSpPr>
          <p:sp>
            <p:nvSpPr>
              <p:cNvPr id="27" name="TextBox 26">
                <a:extLst>
                  <a:ext uri="{FF2B5EF4-FFF2-40B4-BE49-F238E27FC236}">
                    <a16:creationId xmlns:a16="http://schemas.microsoft.com/office/drawing/2014/main" id="{D48A5D23-C4B8-F6A7-FE8F-A2E28CDA2C2B}"/>
                  </a:ext>
                </a:extLst>
              </p:cNvPr>
              <p:cNvSpPr txBox="1"/>
              <p:nvPr/>
            </p:nvSpPr>
            <p:spPr>
              <a:xfrm>
                <a:off x="266700" y="1866900"/>
                <a:ext cx="1130300" cy="261610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 algn="ctr"/>
                <a:r>
                  <a:rPr lang="en-NO" sz="1100" dirty="0">
                    <a:solidFill>
                      <a:schemeClr val="bg2">
                        <a:lumMod val="50000"/>
                      </a:schemeClr>
                    </a:solidFill>
                  </a:rPr>
                  <a:t>1</a:t>
                </a:r>
              </a:p>
            </p:txBody>
          </p:sp>
          <p:sp>
            <p:nvSpPr>
              <p:cNvPr id="28" name="TextBox 27">
                <a:extLst>
                  <a:ext uri="{FF2B5EF4-FFF2-40B4-BE49-F238E27FC236}">
                    <a16:creationId xmlns:a16="http://schemas.microsoft.com/office/drawing/2014/main" id="{597860DC-340D-6797-0B4B-9B3B86E6E942}"/>
                  </a:ext>
                </a:extLst>
              </p:cNvPr>
              <p:cNvSpPr txBox="1"/>
              <p:nvPr/>
            </p:nvSpPr>
            <p:spPr>
              <a:xfrm>
                <a:off x="1455228" y="1866900"/>
                <a:ext cx="1130300" cy="261610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 algn="ctr"/>
                <a:r>
                  <a:rPr lang="en-NO" sz="1100" dirty="0">
                    <a:solidFill>
                      <a:schemeClr val="bg2">
                        <a:lumMod val="50000"/>
                      </a:schemeClr>
                    </a:solidFill>
                  </a:rPr>
                  <a:t>2</a:t>
                </a:r>
              </a:p>
            </p:txBody>
          </p:sp>
          <p:sp>
            <p:nvSpPr>
              <p:cNvPr id="29" name="TextBox 28">
                <a:extLst>
                  <a:ext uri="{FF2B5EF4-FFF2-40B4-BE49-F238E27FC236}">
                    <a16:creationId xmlns:a16="http://schemas.microsoft.com/office/drawing/2014/main" id="{DDFC33BF-8919-D208-36B4-E34B6C88C50D}"/>
                  </a:ext>
                </a:extLst>
              </p:cNvPr>
              <p:cNvSpPr txBox="1"/>
              <p:nvPr/>
            </p:nvSpPr>
            <p:spPr>
              <a:xfrm>
                <a:off x="2642599" y="1871047"/>
                <a:ext cx="1130300" cy="261610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 algn="ctr"/>
                <a:r>
                  <a:rPr lang="en-NO" sz="1100" dirty="0">
                    <a:solidFill>
                      <a:schemeClr val="bg2">
                        <a:lumMod val="50000"/>
                      </a:schemeClr>
                    </a:solidFill>
                  </a:rPr>
                  <a:t>3</a:t>
                </a:r>
              </a:p>
            </p:txBody>
          </p:sp>
          <p:sp>
            <p:nvSpPr>
              <p:cNvPr id="30" name="TextBox 29">
                <a:extLst>
                  <a:ext uri="{FF2B5EF4-FFF2-40B4-BE49-F238E27FC236}">
                    <a16:creationId xmlns:a16="http://schemas.microsoft.com/office/drawing/2014/main" id="{E9B444C3-CB31-83DA-4B26-0D089AE2145A}"/>
                  </a:ext>
                </a:extLst>
              </p:cNvPr>
              <p:cNvSpPr txBox="1"/>
              <p:nvPr/>
            </p:nvSpPr>
            <p:spPr>
              <a:xfrm>
                <a:off x="3826063" y="1866900"/>
                <a:ext cx="1130300" cy="261610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 algn="ctr"/>
                <a:r>
                  <a:rPr lang="en-NO" sz="1100" dirty="0">
                    <a:solidFill>
                      <a:schemeClr val="bg2">
                        <a:lumMod val="50000"/>
                      </a:schemeClr>
                    </a:solidFill>
                  </a:rPr>
                  <a:t>4</a:t>
                </a:r>
              </a:p>
            </p:txBody>
          </p:sp>
          <p:sp>
            <p:nvSpPr>
              <p:cNvPr id="31" name="TextBox 30">
                <a:extLst>
                  <a:ext uri="{FF2B5EF4-FFF2-40B4-BE49-F238E27FC236}">
                    <a16:creationId xmlns:a16="http://schemas.microsoft.com/office/drawing/2014/main" id="{84F79698-1649-2AE4-348D-F4FC5BC74F26}"/>
                  </a:ext>
                </a:extLst>
              </p:cNvPr>
              <p:cNvSpPr txBox="1"/>
              <p:nvPr/>
            </p:nvSpPr>
            <p:spPr>
              <a:xfrm>
                <a:off x="5001712" y="1866900"/>
                <a:ext cx="1130300" cy="261610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 algn="ctr"/>
                <a:r>
                  <a:rPr lang="en-NO" sz="1100" dirty="0">
                    <a:solidFill>
                      <a:schemeClr val="bg2">
                        <a:lumMod val="50000"/>
                      </a:schemeClr>
                    </a:solidFill>
                  </a:rPr>
                  <a:t>5</a:t>
                </a:r>
              </a:p>
            </p:txBody>
          </p:sp>
          <p:sp>
            <p:nvSpPr>
              <p:cNvPr id="32" name="TextBox 31">
                <a:extLst>
                  <a:ext uri="{FF2B5EF4-FFF2-40B4-BE49-F238E27FC236}">
                    <a16:creationId xmlns:a16="http://schemas.microsoft.com/office/drawing/2014/main" id="{999F2C4C-88CF-DA7E-FB93-A35687590CCB}"/>
                  </a:ext>
                </a:extLst>
              </p:cNvPr>
              <p:cNvSpPr txBox="1"/>
              <p:nvPr/>
            </p:nvSpPr>
            <p:spPr>
              <a:xfrm>
                <a:off x="6185175" y="1866900"/>
                <a:ext cx="1130300" cy="261610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 algn="ctr"/>
                <a:r>
                  <a:rPr lang="en-NO" sz="1100" dirty="0">
                    <a:solidFill>
                      <a:schemeClr val="bg2">
                        <a:lumMod val="50000"/>
                      </a:schemeClr>
                    </a:solidFill>
                  </a:rPr>
                  <a:t>6</a:t>
                </a:r>
              </a:p>
            </p:txBody>
          </p:sp>
          <p:sp>
            <p:nvSpPr>
              <p:cNvPr id="33" name="TextBox 32">
                <a:extLst>
                  <a:ext uri="{FF2B5EF4-FFF2-40B4-BE49-F238E27FC236}">
                    <a16:creationId xmlns:a16="http://schemas.microsoft.com/office/drawing/2014/main" id="{D3DF1CDE-8353-06FB-9774-413BF18BC4AA}"/>
                  </a:ext>
                </a:extLst>
              </p:cNvPr>
              <p:cNvSpPr txBox="1"/>
              <p:nvPr/>
            </p:nvSpPr>
            <p:spPr>
              <a:xfrm>
                <a:off x="7368641" y="1866900"/>
                <a:ext cx="1130300" cy="261610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 algn="ctr"/>
                <a:r>
                  <a:rPr lang="en-NO" sz="1100" dirty="0">
                    <a:solidFill>
                      <a:schemeClr val="bg2">
                        <a:lumMod val="50000"/>
                      </a:schemeClr>
                    </a:solidFill>
                  </a:rPr>
                  <a:t>7</a:t>
                </a:r>
              </a:p>
            </p:txBody>
          </p:sp>
          <p:sp>
            <p:nvSpPr>
              <p:cNvPr id="34" name="TextBox 33">
                <a:extLst>
                  <a:ext uri="{FF2B5EF4-FFF2-40B4-BE49-F238E27FC236}">
                    <a16:creationId xmlns:a16="http://schemas.microsoft.com/office/drawing/2014/main" id="{CA6FCF51-9CF9-3F39-2909-1D94947EC0D7}"/>
                  </a:ext>
                </a:extLst>
              </p:cNvPr>
              <p:cNvSpPr txBox="1"/>
              <p:nvPr/>
            </p:nvSpPr>
            <p:spPr>
              <a:xfrm>
                <a:off x="8552103" y="1866900"/>
                <a:ext cx="1130300" cy="261610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 algn="ctr"/>
                <a:r>
                  <a:rPr lang="en-NO" sz="1100" dirty="0">
                    <a:solidFill>
                      <a:schemeClr val="bg2">
                        <a:lumMod val="50000"/>
                      </a:schemeClr>
                    </a:solidFill>
                  </a:rPr>
                  <a:t>8</a:t>
                </a:r>
              </a:p>
            </p:txBody>
          </p:sp>
          <p:sp>
            <p:nvSpPr>
              <p:cNvPr id="35" name="TextBox 34">
                <a:extLst>
                  <a:ext uri="{FF2B5EF4-FFF2-40B4-BE49-F238E27FC236}">
                    <a16:creationId xmlns:a16="http://schemas.microsoft.com/office/drawing/2014/main" id="{C37AA5FC-EBDF-D31D-0929-9615CE5F201F}"/>
                  </a:ext>
                </a:extLst>
              </p:cNvPr>
              <p:cNvSpPr txBox="1"/>
              <p:nvPr/>
            </p:nvSpPr>
            <p:spPr>
              <a:xfrm>
                <a:off x="9735567" y="1866900"/>
                <a:ext cx="1130300" cy="261610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 algn="ctr"/>
                <a:r>
                  <a:rPr lang="en-NO" sz="1100" dirty="0">
                    <a:solidFill>
                      <a:schemeClr val="bg2">
                        <a:lumMod val="50000"/>
                      </a:schemeClr>
                    </a:solidFill>
                  </a:rPr>
                  <a:t>9</a:t>
                </a:r>
              </a:p>
            </p:txBody>
          </p:sp>
          <p:sp>
            <p:nvSpPr>
              <p:cNvPr id="36" name="TextBox 35">
                <a:extLst>
                  <a:ext uri="{FF2B5EF4-FFF2-40B4-BE49-F238E27FC236}">
                    <a16:creationId xmlns:a16="http://schemas.microsoft.com/office/drawing/2014/main" id="{9E226571-E84D-6315-1306-F7FCB846A1B8}"/>
                  </a:ext>
                </a:extLst>
              </p:cNvPr>
              <p:cNvSpPr txBox="1"/>
              <p:nvPr/>
            </p:nvSpPr>
            <p:spPr>
              <a:xfrm>
                <a:off x="10919031" y="1866900"/>
                <a:ext cx="1130300" cy="261610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 algn="ctr"/>
                <a:r>
                  <a:rPr lang="en-NO" sz="1100" dirty="0">
                    <a:solidFill>
                      <a:schemeClr val="bg2">
                        <a:lumMod val="50000"/>
                      </a:schemeClr>
                    </a:solidFill>
                  </a:rPr>
                  <a:t>10</a:t>
                </a:r>
              </a:p>
            </p:txBody>
          </p:sp>
        </p:grpSp>
        <p:pic>
          <p:nvPicPr>
            <p:cNvPr id="59" name="Graphic 58" descr="Female Profile with solid fill">
              <a:extLst>
                <a:ext uri="{FF2B5EF4-FFF2-40B4-BE49-F238E27FC236}">
                  <a16:creationId xmlns:a16="http://schemas.microsoft.com/office/drawing/2014/main" id="{ABF99135-F07B-E677-2806-911F060A2A53}"/>
                </a:ext>
              </a:extLst>
            </p:cNvPr>
            <p:cNvPicPr>
              <a:picLocks noChangeAspect="1"/>
            </p:cNvPicPr>
            <p:nvPr/>
          </p:nvPicPr>
          <p:blipFill>
            <a:blip>
              <a:extLst>
                <a:ext uri="{96DAC541-7B7A-43D3-8B79-37D633B846F1}">
                  <asvg:svgBlip xmlns:asvg="http://schemas.microsoft.com/office/drawing/2016/SVG/main" r:embed="rId2"/>
                </a:ext>
              </a:extLst>
            </a:blip>
            <a:stretch>
              <a:fillRect/>
            </a:stretch>
          </p:blipFill>
          <p:spPr>
            <a:xfrm>
              <a:off x="2340007" y="357260"/>
              <a:ext cx="1720121" cy="1720121"/>
            </a:xfrm>
            <a:prstGeom prst="rect">
              <a:avLst/>
            </a:prstGeom>
          </p:spPr>
        </p:pic>
        <p:pic>
          <p:nvPicPr>
            <p:cNvPr id="60" name="Graphic 59" descr="Female Profile with solid fill">
              <a:extLst>
                <a:ext uri="{FF2B5EF4-FFF2-40B4-BE49-F238E27FC236}">
                  <a16:creationId xmlns:a16="http://schemas.microsoft.com/office/drawing/2014/main" id="{46C2FEB2-C25E-BEA9-CB83-F815D6E09442}"/>
                </a:ext>
              </a:extLst>
            </p:cNvPr>
            <p:cNvPicPr>
              <a:picLocks noChangeAspect="1"/>
            </p:cNvPicPr>
            <p:nvPr/>
          </p:nvPicPr>
          <p:blipFill>
            <a:blip>
              <a:extLst>
                <a:ext uri="{96DAC541-7B7A-43D3-8B79-37D633B846F1}">
                  <asvg:svgBlip xmlns:asvg="http://schemas.microsoft.com/office/drawing/2016/SVG/main" r:embed="rId2"/>
                </a:ext>
              </a:extLst>
            </a:blip>
            <a:stretch>
              <a:fillRect/>
            </a:stretch>
          </p:blipFill>
          <p:spPr>
            <a:xfrm>
              <a:off x="1145662" y="357260"/>
              <a:ext cx="1720121" cy="1720121"/>
            </a:xfrm>
            <a:prstGeom prst="rect">
              <a:avLst/>
            </a:prstGeom>
          </p:spPr>
        </p:pic>
        <p:pic>
          <p:nvPicPr>
            <p:cNvPr id="61" name="Graphic 60" descr="Female Profile with solid fill">
              <a:extLst>
                <a:ext uri="{FF2B5EF4-FFF2-40B4-BE49-F238E27FC236}">
                  <a16:creationId xmlns:a16="http://schemas.microsoft.com/office/drawing/2014/main" id="{D9CEA5B8-AC82-C66C-4D65-28AF981C14BE}"/>
                </a:ext>
              </a:extLst>
            </p:cNvPr>
            <p:cNvPicPr>
              <a:picLocks noChangeAspect="1"/>
            </p:cNvPicPr>
            <p:nvPr/>
          </p:nvPicPr>
          <p:blipFill>
            <a:blip>
              <a:extLst>
                <a:ext uri="{96DAC541-7B7A-43D3-8B79-37D633B846F1}">
                  <asvg:svgBlip xmlns:asvg="http://schemas.microsoft.com/office/drawing/2016/SVG/main" r:embed="rId2"/>
                </a:ext>
              </a:extLst>
            </a:blip>
            <a:stretch>
              <a:fillRect/>
            </a:stretch>
          </p:blipFill>
          <p:spPr>
            <a:xfrm>
              <a:off x="-43336" y="357260"/>
              <a:ext cx="1720121" cy="1720121"/>
            </a:xfrm>
            <a:prstGeom prst="rect">
              <a:avLst/>
            </a:prstGeom>
          </p:spPr>
        </p:pic>
        <p:pic>
          <p:nvPicPr>
            <p:cNvPr id="62" name="Graphic 61" descr="Female Profile with solid fill">
              <a:extLst>
                <a:ext uri="{FF2B5EF4-FFF2-40B4-BE49-F238E27FC236}">
                  <a16:creationId xmlns:a16="http://schemas.microsoft.com/office/drawing/2014/main" id="{A0E85BFE-1CF4-F6BC-364A-F83E9080F7A2}"/>
                </a:ext>
              </a:extLst>
            </p:cNvPr>
            <p:cNvPicPr>
              <a:picLocks noChangeAspect="1"/>
            </p:cNvPicPr>
            <p:nvPr/>
          </p:nvPicPr>
          <p:blipFill>
            <a:blip>
              <a:extLst>
                <a:ext uri="{96DAC541-7B7A-43D3-8B79-37D633B846F1}">
                  <asvg:svgBlip xmlns:asvg="http://schemas.microsoft.com/office/drawing/2016/SVG/main" r:embed="rId2"/>
                </a:ext>
              </a:extLst>
            </a:blip>
            <a:stretch>
              <a:fillRect/>
            </a:stretch>
          </p:blipFill>
          <p:spPr>
            <a:xfrm>
              <a:off x="5889968" y="357258"/>
              <a:ext cx="1720121" cy="1720121"/>
            </a:xfrm>
            <a:prstGeom prst="rect">
              <a:avLst/>
            </a:prstGeom>
          </p:spPr>
        </p:pic>
        <p:pic>
          <p:nvPicPr>
            <p:cNvPr id="63" name="Graphic 62" descr="Female Profile with solid fill">
              <a:extLst>
                <a:ext uri="{FF2B5EF4-FFF2-40B4-BE49-F238E27FC236}">
                  <a16:creationId xmlns:a16="http://schemas.microsoft.com/office/drawing/2014/main" id="{FFDE3216-CAEF-09B1-584E-C9F5F5D7B7BD}"/>
                </a:ext>
              </a:extLst>
            </p:cNvPr>
            <p:cNvPicPr>
              <a:picLocks noChangeAspect="1"/>
            </p:cNvPicPr>
            <p:nvPr/>
          </p:nvPicPr>
          <p:blipFill>
            <a:blip>
              <a:extLst>
                <a:ext uri="{96DAC541-7B7A-43D3-8B79-37D633B846F1}">
                  <asvg:svgBlip xmlns:asvg="http://schemas.microsoft.com/office/drawing/2016/SVG/main" r:embed="rId2"/>
                </a:ext>
              </a:extLst>
            </a:blip>
            <a:stretch>
              <a:fillRect/>
            </a:stretch>
          </p:blipFill>
          <p:spPr>
            <a:xfrm>
              <a:off x="4714618" y="357258"/>
              <a:ext cx="1720121" cy="1720121"/>
            </a:xfrm>
            <a:prstGeom prst="rect">
              <a:avLst/>
            </a:prstGeom>
          </p:spPr>
        </p:pic>
        <p:pic>
          <p:nvPicPr>
            <p:cNvPr id="64" name="Graphic 63" descr="Female Profile with solid fill">
              <a:extLst>
                <a:ext uri="{FF2B5EF4-FFF2-40B4-BE49-F238E27FC236}">
                  <a16:creationId xmlns:a16="http://schemas.microsoft.com/office/drawing/2014/main" id="{E1A8E0DE-33B6-835D-476B-51D0717D16EC}"/>
                </a:ext>
              </a:extLst>
            </p:cNvPr>
            <p:cNvPicPr>
              <a:picLocks noChangeAspect="1"/>
            </p:cNvPicPr>
            <p:nvPr/>
          </p:nvPicPr>
          <p:blipFill>
            <a:blip>
              <a:extLst>
                <a:ext uri="{96DAC541-7B7A-43D3-8B79-37D633B846F1}">
                  <asvg:svgBlip xmlns:asvg="http://schemas.microsoft.com/office/drawing/2016/SVG/main" r:embed="rId2"/>
                </a:ext>
              </a:extLst>
            </a:blip>
            <a:stretch>
              <a:fillRect/>
            </a:stretch>
          </p:blipFill>
          <p:spPr>
            <a:xfrm>
              <a:off x="8266339" y="357257"/>
              <a:ext cx="1720121" cy="1720121"/>
            </a:xfrm>
            <a:prstGeom prst="rect">
              <a:avLst/>
            </a:prstGeom>
          </p:spPr>
        </p:pic>
        <p:pic>
          <p:nvPicPr>
            <p:cNvPr id="65" name="Graphic 64" descr="Female Profile with solid fill">
              <a:extLst>
                <a:ext uri="{FF2B5EF4-FFF2-40B4-BE49-F238E27FC236}">
                  <a16:creationId xmlns:a16="http://schemas.microsoft.com/office/drawing/2014/main" id="{88F1C54A-B51B-446A-A978-A7D6747EB3B0}"/>
                </a:ext>
              </a:extLst>
            </p:cNvPr>
            <p:cNvPicPr>
              <a:picLocks noChangeAspect="1"/>
            </p:cNvPicPr>
            <p:nvPr/>
          </p:nvPicPr>
          <p:blipFill>
            <a:blip>
              <a:extLst>
                <a:ext uri="{96DAC541-7B7A-43D3-8B79-37D633B846F1}">
                  <asvg:svgBlip xmlns:asvg="http://schemas.microsoft.com/office/drawing/2016/SVG/main" r:embed="rId2"/>
                </a:ext>
              </a:extLst>
            </a:blip>
            <a:stretch>
              <a:fillRect/>
            </a:stretch>
          </p:blipFill>
          <p:spPr>
            <a:xfrm>
              <a:off x="7077341" y="357257"/>
              <a:ext cx="1720121" cy="1720121"/>
            </a:xfrm>
            <a:prstGeom prst="rect">
              <a:avLst/>
            </a:prstGeom>
          </p:spPr>
        </p:pic>
        <p:pic>
          <p:nvPicPr>
            <p:cNvPr id="66" name="Graphic 65" descr="Female Profile with solid fill">
              <a:extLst>
                <a:ext uri="{FF2B5EF4-FFF2-40B4-BE49-F238E27FC236}">
                  <a16:creationId xmlns:a16="http://schemas.microsoft.com/office/drawing/2014/main" id="{B70AF1B7-E2FF-8E95-1128-FB9B487667FF}"/>
                </a:ext>
              </a:extLst>
            </p:cNvPr>
            <p:cNvPicPr>
              <a:picLocks noChangeAspect="1"/>
            </p:cNvPicPr>
            <p:nvPr/>
          </p:nvPicPr>
          <p:blipFill>
            <a:blip>
              <a:extLst>
                <a:ext uri="{96DAC541-7B7A-43D3-8B79-37D633B846F1}">
                  <asvg:svgBlip xmlns:asvg="http://schemas.microsoft.com/office/drawing/2016/SVG/main" r:embed="rId2"/>
                </a:ext>
              </a:extLst>
            </a:blip>
            <a:stretch>
              <a:fillRect/>
            </a:stretch>
          </p:blipFill>
          <p:spPr>
            <a:xfrm>
              <a:off x="10640950" y="357256"/>
              <a:ext cx="1720121" cy="1720121"/>
            </a:xfrm>
            <a:prstGeom prst="rect">
              <a:avLst/>
            </a:prstGeom>
          </p:spPr>
        </p:pic>
        <p:pic>
          <p:nvPicPr>
            <p:cNvPr id="67" name="Graphic 66" descr="Female Profile with solid fill">
              <a:extLst>
                <a:ext uri="{FF2B5EF4-FFF2-40B4-BE49-F238E27FC236}">
                  <a16:creationId xmlns:a16="http://schemas.microsoft.com/office/drawing/2014/main" id="{A3A25486-9084-CAAD-3CB4-4C8FCB6BBF56}"/>
                </a:ext>
              </a:extLst>
            </p:cNvPr>
            <p:cNvPicPr>
              <a:picLocks noChangeAspect="1"/>
            </p:cNvPicPr>
            <p:nvPr/>
          </p:nvPicPr>
          <p:blipFill>
            <a:blip>
              <a:extLst>
                <a:ext uri="{96DAC541-7B7A-43D3-8B79-37D633B846F1}">
                  <asvg:svgBlip xmlns:asvg="http://schemas.microsoft.com/office/drawing/2016/SVG/main" r:embed="rId2"/>
                </a:ext>
              </a:extLst>
            </a:blip>
            <a:stretch>
              <a:fillRect/>
            </a:stretch>
          </p:blipFill>
          <p:spPr>
            <a:xfrm>
              <a:off x="9451952" y="357256"/>
              <a:ext cx="1720121" cy="1720121"/>
            </a:xfrm>
            <a:prstGeom prst="rect">
              <a:avLst/>
            </a:prstGeom>
          </p:spPr>
        </p:pic>
      </p:grpSp>
      <p:grpSp>
        <p:nvGrpSpPr>
          <p:cNvPr id="69" name="Group 68">
            <a:extLst>
              <a:ext uri="{FF2B5EF4-FFF2-40B4-BE49-F238E27FC236}">
                <a16:creationId xmlns:a16="http://schemas.microsoft.com/office/drawing/2014/main" id="{2DD7FE93-23B0-C34F-9E8F-BDDCAB68C84F}"/>
              </a:ext>
            </a:extLst>
          </p:cNvPr>
          <p:cNvGrpSpPr/>
          <p:nvPr/>
        </p:nvGrpSpPr>
        <p:grpSpPr>
          <a:xfrm>
            <a:off x="-43336" y="2128510"/>
            <a:ext cx="12371296" cy="1775396"/>
            <a:chOff x="-27055" y="357261"/>
            <a:chExt cx="12371296" cy="1775396"/>
          </a:xfrm>
        </p:grpSpPr>
        <p:pic>
          <p:nvPicPr>
            <p:cNvPr id="70" name="Graphic 69" descr="Male profile with solid fill">
              <a:extLst>
                <a:ext uri="{FF2B5EF4-FFF2-40B4-BE49-F238E27FC236}">
                  <a16:creationId xmlns:a16="http://schemas.microsoft.com/office/drawing/2014/main" id="{F319487C-1861-2A24-1513-157C0AA14602}"/>
                </a:ext>
              </a:extLst>
            </p:cNvPr>
            <p:cNvPicPr>
              <a:picLocks noChangeAspect="1"/>
            </p:cNvPicPr>
            <p:nvPr/>
          </p:nvPicPr>
          <p:blipFill>
            <a:blip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/>
            </a:stretch>
          </p:blipFill>
          <p:spPr>
            <a:xfrm>
              <a:off x="4706802" y="357266"/>
              <a:ext cx="1720121" cy="1720121"/>
            </a:xfrm>
            <a:prstGeom prst="rect">
              <a:avLst/>
            </a:prstGeom>
          </p:spPr>
        </p:pic>
        <p:pic>
          <p:nvPicPr>
            <p:cNvPr id="71" name="Graphic 70" descr="Male profile with solid fill">
              <a:extLst>
                <a:ext uri="{FF2B5EF4-FFF2-40B4-BE49-F238E27FC236}">
                  <a16:creationId xmlns:a16="http://schemas.microsoft.com/office/drawing/2014/main" id="{2622169E-16FA-1C88-F243-FD45D7770175}"/>
                </a:ext>
              </a:extLst>
            </p:cNvPr>
            <p:cNvPicPr>
              <a:picLocks noChangeAspect="1"/>
            </p:cNvPicPr>
            <p:nvPr/>
          </p:nvPicPr>
          <p:blipFill>
            <a:blip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/>
            </a:stretch>
          </p:blipFill>
          <p:spPr>
            <a:xfrm>
              <a:off x="5890265" y="357265"/>
              <a:ext cx="1720121" cy="1720121"/>
            </a:xfrm>
            <a:prstGeom prst="rect">
              <a:avLst/>
            </a:prstGeom>
          </p:spPr>
        </p:pic>
        <p:pic>
          <p:nvPicPr>
            <p:cNvPr id="72" name="Graphic 71" descr="Male profile with solid fill">
              <a:extLst>
                <a:ext uri="{FF2B5EF4-FFF2-40B4-BE49-F238E27FC236}">
                  <a16:creationId xmlns:a16="http://schemas.microsoft.com/office/drawing/2014/main" id="{50130DA9-E693-2335-1D34-AF24274D62B7}"/>
                </a:ext>
              </a:extLst>
            </p:cNvPr>
            <p:cNvPicPr>
              <a:picLocks noChangeAspect="1"/>
            </p:cNvPicPr>
            <p:nvPr/>
          </p:nvPicPr>
          <p:blipFill>
            <a:blip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/>
            </a:stretch>
          </p:blipFill>
          <p:spPr>
            <a:xfrm>
              <a:off x="7073731" y="357264"/>
              <a:ext cx="1720121" cy="1720121"/>
            </a:xfrm>
            <a:prstGeom prst="rect">
              <a:avLst/>
            </a:prstGeom>
          </p:spPr>
        </p:pic>
        <p:pic>
          <p:nvPicPr>
            <p:cNvPr id="73" name="Graphic 72" descr="Male profile with solid fill">
              <a:extLst>
                <a:ext uri="{FF2B5EF4-FFF2-40B4-BE49-F238E27FC236}">
                  <a16:creationId xmlns:a16="http://schemas.microsoft.com/office/drawing/2014/main" id="{CFB61EAF-B77F-875D-0D13-E129ADDB50DA}"/>
                </a:ext>
              </a:extLst>
            </p:cNvPr>
            <p:cNvPicPr>
              <a:picLocks noChangeAspect="1"/>
            </p:cNvPicPr>
            <p:nvPr/>
          </p:nvPicPr>
          <p:blipFill>
            <a:blip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/>
            </a:stretch>
          </p:blipFill>
          <p:spPr>
            <a:xfrm>
              <a:off x="8257194" y="357263"/>
              <a:ext cx="1720121" cy="1720121"/>
            </a:xfrm>
            <a:prstGeom prst="rect">
              <a:avLst/>
            </a:prstGeom>
          </p:spPr>
        </p:pic>
        <p:pic>
          <p:nvPicPr>
            <p:cNvPr id="74" name="Graphic 73" descr="Male profile with solid fill">
              <a:extLst>
                <a:ext uri="{FF2B5EF4-FFF2-40B4-BE49-F238E27FC236}">
                  <a16:creationId xmlns:a16="http://schemas.microsoft.com/office/drawing/2014/main" id="{1F8ED443-EA15-79EE-C303-A1B70421F5EF}"/>
                </a:ext>
              </a:extLst>
            </p:cNvPr>
            <p:cNvPicPr>
              <a:picLocks noChangeAspect="1"/>
            </p:cNvPicPr>
            <p:nvPr/>
          </p:nvPicPr>
          <p:blipFill>
            <a:blip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/>
            </a:stretch>
          </p:blipFill>
          <p:spPr>
            <a:xfrm>
              <a:off x="2347689" y="357265"/>
              <a:ext cx="1720121" cy="1720121"/>
            </a:xfrm>
            <a:prstGeom prst="rect">
              <a:avLst/>
            </a:prstGeom>
          </p:spPr>
        </p:pic>
        <p:pic>
          <p:nvPicPr>
            <p:cNvPr id="75" name="Graphic 74" descr="Male profile with solid fill">
              <a:extLst>
                <a:ext uri="{FF2B5EF4-FFF2-40B4-BE49-F238E27FC236}">
                  <a16:creationId xmlns:a16="http://schemas.microsoft.com/office/drawing/2014/main" id="{7912BFA2-6A8A-4A81-CC3B-4D2AA654F443}"/>
                </a:ext>
              </a:extLst>
            </p:cNvPr>
            <p:cNvPicPr>
              <a:picLocks noChangeAspect="1"/>
            </p:cNvPicPr>
            <p:nvPr/>
          </p:nvPicPr>
          <p:blipFill>
            <a:blip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/>
            </a:stretch>
          </p:blipFill>
          <p:spPr>
            <a:xfrm>
              <a:off x="3531152" y="357264"/>
              <a:ext cx="1720121" cy="1720121"/>
            </a:xfrm>
            <a:prstGeom prst="rect">
              <a:avLst/>
            </a:prstGeom>
          </p:spPr>
        </p:pic>
        <p:pic>
          <p:nvPicPr>
            <p:cNvPr id="76" name="Graphic 75" descr="Male profile with solid fill">
              <a:extLst>
                <a:ext uri="{FF2B5EF4-FFF2-40B4-BE49-F238E27FC236}">
                  <a16:creationId xmlns:a16="http://schemas.microsoft.com/office/drawing/2014/main" id="{262B6EAF-335F-9B65-9A1A-9817C503F466}"/>
                </a:ext>
              </a:extLst>
            </p:cNvPr>
            <p:cNvPicPr>
              <a:picLocks noChangeAspect="1"/>
            </p:cNvPicPr>
            <p:nvPr/>
          </p:nvPicPr>
          <p:blipFill>
            <a:blip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/>
            </a:stretch>
          </p:blipFill>
          <p:spPr>
            <a:xfrm>
              <a:off x="9440657" y="357262"/>
              <a:ext cx="1720121" cy="1720121"/>
            </a:xfrm>
            <a:prstGeom prst="rect">
              <a:avLst/>
            </a:prstGeom>
          </p:spPr>
        </p:pic>
        <p:pic>
          <p:nvPicPr>
            <p:cNvPr id="77" name="Graphic 76" descr="Male profile with solid fill">
              <a:extLst>
                <a:ext uri="{FF2B5EF4-FFF2-40B4-BE49-F238E27FC236}">
                  <a16:creationId xmlns:a16="http://schemas.microsoft.com/office/drawing/2014/main" id="{A789A6C6-4477-44EA-5A62-F0A4B973ACA0}"/>
                </a:ext>
              </a:extLst>
            </p:cNvPr>
            <p:cNvPicPr>
              <a:picLocks noChangeAspect="1"/>
            </p:cNvPicPr>
            <p:nvPr/>
          </p:nvPicPr>
          <p:blipFill>
            <a:blip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/>
            </a:stretch>
          </p:blipFill>
          <p:spPr>
            <a:xfrm>
              <a:off x="10624120" y="357261"/>
              <a:ext cx="1720121" cy="1720121"/>
            </a:xfrm>
            <a:prstGeom prst="rect">
              <a:avLst/>
            </a:prstGeom>
          </p:spPr>
        </p:pic>
        <p:pic>
          <p:nvPicPr>
            <p:cNvPr id="78" name="Graphic 77" descr="Male profile with solid fill">
              <a:extLst>
                <a:ext uri="{FF2B5EF4-FFF2-40B4-BE49-F238E27FC236}">
                  <a16:creationId xmlns:a16="http://schemas.microsoft.com/office/drawing/2014/main" id="{63468723-4716-CA4C-5A5A-0CDA6E4CDD76}"/>
                </a:ext>
              </a:extLst>
            </p:cNvPr>
            <p:cNvPicPr>
              <a:picLocks noChangeAspect="1"/>
            </p:cNvPicPr>
            <p:nvPr/>
          </p:nvPicPr>
          <p:blipFill>
            <a:blip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/>
            </a:stretch>
          </p:blipFill>
          <p:spPr>
            <a:xfrm>
              <a:off x="-27055" y="357262"/>
              <a:ext cx="1720121" cy="1720121"/>
            </a:xfrm>
            <a:prstGeom prst="rect">
              <a:avLst/>
            </a:prstGeom>
          </p:spPr>
        </p:pic>
        <p:pic>
          <p:nvPicPr>
            <p:cNvPr id="79" name="Graphic 78" descr="Male profile with solid fill">
              <a:extLst>
                <a:ext uri="{FF2B5EF4-FFF2-40B4-BE49-F238E27FC236}">
                  <a16:creationId xmlns:a16="http://schemas.microsoft.com/office/drawing/2014/main" id="{572BAF19-7705-37F4-DD0A-0D70812DE820}"/>
                </a:ext>
              </a:extLst>
            </p:cNvPr>
            <p:cNvPicPr>
              <a:picLocks noChangeAspect="1"/>
            </p:cNvPicPr>
            <p:nvPr/>
          </p:nvPicPr>
          <p:blipFill>
            <a:blip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/>
            </a:stretch>
          </p:blipFill>
          <p:spPr>
            <a:xfrm>
              <a:off x="1156408" y="357261"/>
              <a:ext cx="1720121" cy="1720121"/>
            </a:xfrm>
            <a:prstGeom prst="rect">
              <a:avLst/>
            </a:prstGeom>
          </p:spPr>
        </p:pic>
        <p:sp>
          <p:nvSpPr>
            <p:cNvPr id="80" name="TextBox 79">
              <a:extLst>
                <a:ext uri="{FF2B5EF4-FFF2-40B4-BE49-F238E27FC236}">
                  <a16:creationId xmlns:a16="http://schemas.microsoft.com/office/drawing/2014/main" id="{A26F330C-225E-D524-C7CF-D407AFD62A2A}"/>
                </a:ext>
              </a:extLst>
            </p:cNvPr>
            <p:cNvSpPr txBox="1"/>
            <p:nvPr/>
          </p:nvSpPr>
          <p:spPr>
            <a:xfrm>
              <a:off x="266700" y="1866900"/>
              <a:ext cx="1130300" cy="261610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ctr"/>
              <a:r>
                <a:rPr lang="en-NO" sz="1100" dirty="0">
                  <a:solidFill>
                    <a:schemeClr val="bg2">
                      <a:lumMod val="50000"/>
                    </a:schemeClr>
                  </a:solidFill>
                </a:rPr>
                <a:t>1</a:t>
              </a:r>
            </a:p>
          </p:txBody>
        </p:sp>
        <p:sp>
          <p:nvSpPr>
            <p:cNvPr id="81" name="TextBox 80">
              <a:extLst>
                <a:ext uri="{FF2B5EF4-FFF2-40B4-BE49-F238E27FC236}">
                  <a16:creationId xmlns:a16="http://schemas.microsoft.com/office/drawing/2014/main" id="{AFB75D3E-54F8-4F7B-5AB6-CABA8B37D638}"/>
                </a:ext>
              </a:extLst>
            </p:cNvPr>
            <p:cNvSpPr txBox="1"/>
            <p:nvPr/>
          </p:nvSpPr>
          <p:spPr>
            <a:xfrm>
              <a:off x="1455228" y="1866900"/>
              <a:ext cx="1130300" cy="261610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ctr"/>
              <a:r>
                <a:rPr lang="en-NO" sz="1100" dirty="0">
                  <a:solidFill>
                    <a:schemeClr val="bg2">
                      <a:lumMod val="50000"/>
                    </a:schemeClr>
                  </a:solidFill>
                </a:rPr>
                <a:t>2</a:t>
              </a:r>
            </a:p>
          </p:txBody>
        </p:sp>
        <p:sp>
          <p:nvSpPr>
            <p:cNvPr id="82" name="TextBox 81">
              <a:extLst>
                <a:ext uri="{FF2B5EF4-FFF2-40B4-BE49-F238E27FC236}">
                  <a16:creationId xmlns:a16="http://schemas.microsoft.com/office/drawing/2014/main" id="{2D9EC3FA-578A-DD01-7054-813A0DBFD2B5}"/>
                </a:ext>
              </a:extLst>
            </p:cNvPr>
            <p:cNvSpPr txBox="1"/>
            <p:nvPr/>
          </p:nvSpPr>
          <p:spPr>
            <a:xfrm>
              <a:off x="2642599" y="1871047"/>
              <a:ext cx="1130300" cy="261610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ctr"/>
              <a:r>
                <a:rPr lang="en-NO" sz="1100" dirty="0">
                  <a:solidFill>
                    <a:schemeClr val="bg2">
                      <a:lumMod val="50000"/>
                    </a:schemeClr>
                  </a:solidFill>
                </a:rPr>
                <a:t>3</a:t>
              </a:r>
            </a:p>
          </p:txBody>
        </p:sp>
        <p:sp>
          <p:nvSpPr>
            <p:cNvPr id="83" name="TextBox 82">
              <a:extLst>
                <a:ext uri="{FF2B5EF4-FFF2-40B4-BE49-F238E27FC236}">
                  <a16:creationId xmlns:a16="http://schemas.microsoft.com/office/drawing/2014/main" id="{D1C9EBE2-0F92-73B9-0DB5-C29B30B6EF5E}"/>
                </a:ext>
              </a:extLst>
            </p:cNvPr>
            <p:cNvSpPr txBox="1"/>
            <p:nvPr/>
          </p:nvSpPr>
          <p:spPr>
            <a:xfrm>
              <a:off x="3826063" y="1866900"/>
              <a:ext cx="1130300" cy="261610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ctr"/>
              <a:r>
                <a:rPr lang="en-NO" sz="1100" dirty="0">
                  <a:solidFill>
                    <a:schemeClr val="bg2">
                      <a:lumMod val="50000"/>
                    </a:schemeClr>
                  </a:solidFill>
                </a:rPr>
                <a:t>4</a:t>
              </a:r>
            </a:p>
          </p:txBody>
        </p:sp>
        <p:sp>
          <p:nvSpPr>
            <p:cNvPr id="84" name="TextBox 83">
              <a:extLst>
                <a:ext uri="{FF2B5EF4-FFF2-40B4-BE49-F238E27FC236}">
                  <a16:creationId xmlns:a16="http://schemas.microsoft.com/office/drawing/2014/main" id="{6ED32A33-8D02-1D7A-CA6E-70B4AD4861A4}"/>
                </a:ext>
              </a:extLst>
            </p:cNvPr>
            <p:cNvSpPr txBox="1"/>
            <p:nvPr/>
          </p:nvSpPr>
          <p:spPr>
            <a:xfrm>
              <a:off x="5001712" y="1866900"/>
              <a:ext cx="1130300" cy="261610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ctr"/>
              <a:r>
                <a:rPr lang="en-NO" sz="1100" dirty="0">
                  <a:solidFill>
                    <a:schemeClr val="bg2">
                      <a:lumMod val="50000"/>
                    </a:schemeClr>
                  </a:solidFill>
                </a:rPr>
                <a:t>5</a:t>
              </a:r>
            </a:p>
          </p:txBody>
        </p:sp>
        <p:sp>
          <p:nvSpPr>
            <p:cNvPr id="85" name="TextBox 84">
              <a:extLst>
                <a:ext uri="{FF2B5EF4-FFF2-40B4-BE49-F238E27FC236}">
                  <a16:creationId xmlns:a16="http://schemas.microsoft.com/office/drawing/2014/main" id="{B691ABA7-0982-43CC-8AB8-7DC3C3BC6E21}"/>
                </a:ext>
              </a:extLst>
            </p:cNvPr>
            <p:cNvSpPr txBox="1"/>
            <p:nvPr/>
          </p:nvSpPr>
          <p:spPr>
            <a:xfrm>
              <a:off x="6185175" y="1866900"/>
              <a:ext cx="1130300" cy="261610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ctr"/>
              <a:r>
                <a:rPr lang="en-NO" sz="1100" dirty="0">
                  <a:solidFill>
                    <a:schemeClr val="bg2">
                      <a:lumMod val="50000"/>
                    </a:schemeClr>
                  </a:solidFill>
                </a:rPr>
                <a:t>6</a:t>
              </a:r>
            </a:p>
          </p:txBody>
        </p:sp>
        <p:sp>
          <p:nvSpPr>
            <p:cNvPr id="86" name="TextBox 85">
              <a:extLst>
                <a:ext uri="{FF2B5EF4-FFF2-40B4-BE49-F238E27FC236}">
                  <a16:creationId xmlns:a16="http://schemas.microsoft.com/office/drawing/2014/main" id="{79038AD0-7296-DF0E-5891-332DAEF6167F}"/>
                </a:ext>
              </a:extLst>
            </p:cNvPr>
            <p:cNvSpPr txBox="1"/>
            <p:nvPr/>
          </p:nvSpPr>
          <p:spPr>
            <a:xfrm>
              <a:off x="7368641" y="1866900"/>
              <a:ext cx="1130300" cy="261610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ctr"/>
              <a:r>
                <a:rPr lang="en-NO" sz="1100" dirty="0">
                  <a:solidFill>
                    <a:schemeClr val="bg2">
                      <a:lumMod val="50000"/>
                    </a:schemeClr>
                  </a:solidFill>
                </a:rPr>
                <a:t>7</a:t>
              </a:r>
            </a:p>
          </p:txBody>
        </p:sp>
        <p:sp>
          <p:nvSpPr>
            <p:cNvPr id="87" name="TextBox 86">
              <a:extLst>
                <a:ext uri="{FF2B5EF4-FFF2-40B4-BE49-F238E27FC236}">
                  <a16:creationId xmlns:a16="http://schemas.microsoft.com/office/drawing/2014/main" id="{F6563A50-FCF3-C907-129B-FF2850EC362B}"/>
                </a:ext>
              </a:extLst>
            </p:cNvPr>
            <p:cNvSpPr txBox="1"/>
            <p:nvPr/>
          </p:nvSpPr>
          <p:spPr>
            <a:xfrm>
              <a:off x="8552103" y="1866900"/>
              <a:ext cx="1130300" cy="261610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ctr"/>
              <a:r>
                <a:rPr lang="en-NO" sz="1100" dirty="0">
                  <a:solidFill>
                    <a:schemeClr val="bg2">
                      <a:lumMod val="50000"/>
                    </a:schemeClr>
                  </a:solidFill>
                </a:rPr>
                <a:t>8</a:t>
              </a:r>
            </a:p>
          </p:txBody>
        </p:sp>
        <p:sp>
          <p:nvSpPr>
            <p:cNvPr id="88" name="TextBox 87">
              <a:extLst>
                <a:ext uri="{FF2B5EF4-FFF2-40B4-BE49-F238E27FC236}">
                  <a16:creationId xmlns:a16="http://schemas.microsoft.com/office/drawing/2014/main" id="{058C0E41-2ED1-C453-3B8B-E7412561F316}"/>
                </a:ext>
              </a:extLst>
            </p:cNvPr>
            <p:cNvSpPr txBox="1"/>
            <p:nvPr/>
          </p:nvSpPr>
          <p:spPr>
            <a:xfrm>
              <a:off x="9735567" y="1866900"/>
              <a:ext cx="1130300" cy="261610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ctr"/>
              <a:r>
                <a:rPr lang="en-NO" sz="1100" dirty="0">
                  <a:solidFill>
                    <a:schemeClr val="bg2">
                      <a:lumMod val="50000"/>
                    </a:schemeClr>
                  </a:solidFill>
                </a:rPr>
                <a:t>9</a:t>
              </a:r>
            </a:p>
          </p:txBody>
        </p:sp>
        <p:sp>
          <p:nvSpPr>
            <p:cNvPr id="89" name="TextBox 88">
              <a:extLst>
                <a:ext uri="{FF2B5EF4-FFF2-40B4-BE49-F238E27FC236}">
                  <a16:creationId xmlns:a16="http://schemas.microsoft.com/office/drawing/2014/main" id="{2C6A83E6-F592-2685-9E14-C596CA098797}"/>
                </a:ext>
              </a:extLst>
            </p:cNvPr>
            <p:cNvSpPr txBox="1"/>
            <p:nvPr/>
          </p:nvSpPr>
          <p:spPr>
            <a:xfrm>
              <a:off x="10919031" y="1866900"/>
              <a:ext cx="1130300" cy="261610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ctr"/>
              <a:r>
                <a:rPr lang="en-NO" sz="1100" dirty="0">
                  <a:solidFill>
                    <a:schemeClr val="bg2">
                      <a:lumMod val="50000"/>
                    </a:schemeClr>
                  </a:solidFill>
                </a:rPr>
                <a:t>10</a:t>
              </a:r>
            </a:p>
          </p:txBody>
        </p:sp>
      </p:grpSp>
      <p:grpSp>
        <p:nvGrpSpPr>
          <p:cNvPr id="123" name="Group 122">
            <a:extLst>
              <a:ext uri="{FF2B5EF4-FFF2-40B4-BE49-F238E27FC236}">
                <a16:creationId xmlns:a16="http://schemas.microsoft.com/office/drawing/2014/main" id="{0B39D227-BD72-CA3A-69B3-755D9B8A5610}"/>
              </a:ext>
            </a:extLst>
          </p:cNvPr>
          <p:cNvGrpSpPr/>
          <p:nvPr/>
        </p:nvGrpSpPr>
        <p:grpSpPr>
          <a:xfrm>
            <a:off x="-117019" y="4132267"/>
            <a:ext cx="12444979" cy="1780819"/>
            <a:chOff x="-117019" y="4132267"/>
            <a:chExt cx="12444979" cy="1780819"/>
          </a:xfrm>
        </p:grpSpPr>
        <p:grpSp>
          <p:nvGrpSpPr>
            <p:cNvPr id="90" name="Group 89">
              <a:extLst>
                <a:ext uri="{FF2B5EF4-FFF2-40B4-BE49-F238E27FC236}">
                  <a16:creationId xmlns:a16="http://schemas.microsoft.com/office/drawing/2014/main" id="{0B94E822-8355-1826-EF5F-C8D5E84E6EF4}"/>
                </a:ext>
              </a:extLst>
            </p:cNvPr>
            <p:cNvGrpSpPr/>
            <p:nvPr/>
          </p:nvGrpSpPr>
          <p:grpSpPr>
            <a:xfrm>
              <a:off x="204107" y="5647329"/>
              <a:ext cx="11782631" cy="265757"/>
              <a:chOff x="266700" y="1866900"/>
              <a:chExt cx="11782631" cy="265757"/>
            </a:xfrm>
          </p:grpSpPr>
          <p:sp>
            <p:nvSpPr>
              <p:cNvPr id="101" name="TextBox 100">
                <a:extLst>
                  <a:ext uri="{FF2B5EF4-FFF2-40B4-BE49-F238E27FC236}">
                    <a16:creationId xmlns:a16="http://schemas.microsoft.com/office/drawing/2014/main" id="{7F170346-E639-654F-90F1-B3ADB24303BF}"/>
                  </a:ext>
                </a:extLst>
              </p:cNvPr>
              <p:cNvSpPr txBox="1"/>
              <p:nvPr/>
            </p:nvSpPr>
            <p:spPr>
              <a:xfrm>
                <a:off x="266700" y="1866900"/>
                <a:ext cx="1130300" cy="261610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 algn="ctr"/>
                <a:r>
                  <a:rPr lang="en-NO" sz="1100" dirty="0">
                    <a:solidFill>
                      <a:schemeClr val="bg2">
                        <a:lumMod val="50000"/>
                      </a:schemeClr>
                    </a:solidFill>
                  </a:rPr>
                  <a:t>1</a:t>
                </a:r>
              </a:p>
            </p:txBody>
          </p:sp>
          <p:sp>
            <p:nvSpPr>
              <p:cNvPr id="102" name="TextBox 101">
                <a:extLst>
                  <a:ext uri="{FF2B5EF4-FFF2-40B4-BE49-F238E27FC236}">
                    <a16:creationId xmlns:a16="http://schemas.microsoft.com/office/drawing/2014/main" id="{4EED0614-B29F-7F4A-AB0D-969EDE68F0AE}"/>
                  </a:ext>
                </a:extLst>
              </p:cNvPr>
              <p:cNvSpPr txBox="1"/>
              <p:nvPr/>
            </p:nvSpPr>
            <p:spPr>
              <a:xfrm>
                <a:off x="1455228" y="1866900"/>
                <a:ext cx="1130300" cy="261610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 algn="ctr"/>
                <a:r>
                  <a:rPr lang="en-NO" sz="1100" dirty="0">
                    <a:solidFill>
                      <a:schemeClr val="bg2">
                        <a:lumMod val="50000"/>
                      </a:schemeClr>
                    </a:solidFill>
                  </a:rPr>
                  <a:t>2</a:t>
                </a:r>
              </a:p>
            </p:txBody>
          </p:sp>
          <p:sp>
            <p:nvSpPr>
              <p:cNvPr id="103" name="TextBox 102">
                <a:extLst>
                  <a:ext uri="{FF2B5EF4-FFF2-40B4-BE49-F238E27FC236}">
                    <a16:creationId xmlns:a16="http://schemas.microsoft.com/office/drawing/2014/main" id="{2A11073E-CC1C-540D-B163-3A5F2F3FC26E}"/>
                  </a:ext>
                </a:extLst>
              </p:cNvPr>
              <p:cNvSpPr txBox="1"/>
              <p:nvPr/>
            </p:nvSpPr>
            <p:spPr>
              <a:xfrm>
                <a:off x="2642599" y="1871047"/>
                <a:ext cx="1130300" cy="261610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 algn="ctr"/>
                <a:r>
                  <a:rPr lang="en-NO" sz="1100" dirty="0">
                    <a:solidFill>
                      <a:schemeClr val="bg2">
                        <a:lumMod val="50000"/>
                      </a:schemeClr>
                    </a:solidFill>
                  </a:rPr>
                  <a:t>3</a:t>
                </a:r>
              </a:p>
            </p:txBody>
          </p:sp>
          <p:sp>
            <p:nvSpPr>
              <p:cNvPr id="104" name="TextBox 103">
                <a:extLst>
                  <a:ext uri="{FF2B5EF4-FFF2-40B4-BE49-F238E27FC236}">
                    <a16:creationId xmlns:a16="http://schemas.microsoft.com/office/drawing/2014/main" id="{A13DFF77-4720-75B0-DA30-CB47750F6E0A}"/>
                  </a:ext>
                </a:extLst>
              </p:cNvPr>
              <p:cNvSpPr txBox="1"/>
              <p:nvPr/>
            </p:nvSpPr>
            <p:spPr>
              <a:xfrm>
                <a:off x="3826063" y="1866900"/>
                <a:ext cx="1130300" cy="261610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 algn="ctr"/>
                <a:r>
                  <a:rPr lang="en-NO" sz="1100" dirty="0">
                    <a:solidFill>
                      <a:schemeClr val="bg2">
                        <a:lumMod val="50000"/>
                      </a:schemeClr>
                    </a:solidFill>
                  </a:rPr>
                  <a:t>4</a:t>
                </a:r>
              </a:p>
            </p:txBody>
          </p:sp>
          <p:sp>
            <p:nvSpPr>
              <p:cNvPr id="105" name="TextBox 104">
                <a:extLst>
                  <a:ext uri="{FF2B5EF4-FFF2-40B4-BE49-F238E27FC236}">
                    <a16:creationId xmlns:a16="http://schemas.microsoft.com/office/drawing/2014/main" id="{30470157-2510-397E-1CD7-6404093C0223}"/>
                  </a:ext>
                </a:extLst>
              </p:cNvPr>
              <p:cNvSpPr txBox="1"/>
              <p:nvPr/>
            </p:nvSpPr>
            <p:spPr>
              <a:xfrm>
                <a:off x="5001712" y="1866900"/>
                <a:ext cx="1130300" cy="261610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 algn="ctr"/>
                <a:r>
                  <a:rPr lang="en-NO" sz="1100" dirty="0">
                    <a:solidFill>
                      <a:schemeClr val="bg2">
                        <a:lumMod val="50000"/>
                      </a:schemeClr>
                    </a:solidFill>
                  </a:rPr>
                  <a:t>5</a:t>
                </a:r>
              </a:p>
            </p:txBody>
          </p:sp>
          <p:sp>
            <p:nvSpPr>
              <p:cNvPr id="106" name="TextBox 105">
                <a:extLst>
                  <a:ext uri="{FF2B5EF4-FFF2-40B4-BE49-F238E27FC236}">
                    <a16:creationId xmlns:a16="http://schemas.microsoft.com/office/drawing/2014/main" id="{E583859E-2EED-2979-E087-E7D884523B0B}"/>
                  </a:ext>
                </a:extLst>
              </p:cNvPr>
              <p:cNvSpPr txBox="1"/>
              <p:nvPr/>
            </p:nvSpPr>
            <p:spPr>
              <a:xfrm>
                <a:off x="6185175" y="1866900"/>
                <a:ext cx="1130300" cy="261610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 algn="ctr"/>
                <a:r>
                  <a:rPr lang="en-NO" sz="1100" dirty="0">
                    <a:solidFill>
                      <a:schemeClr val="bg2">
                        <a:lumMod val="50000"/>
                      </a:schemeClr>
                    </a:solidFill>
                  </a:rPr>
                  <a:t>6</a:t>
                </a:r>
              </a:p>
            </p:txBody>
          </p:sp>
          <p:sp>
            <p:nvSpPr>
              <p:cNvPr id="107" name="TextBox 106">
                <a:extLst>
                  <a:ext uri="{FF2B5EF4-FFF2-40B4-BE49-F238E27FC236}">
                    <a16:creationId xmlns:a16="http://schemas.microsoft.com/office/drawing/2014/main" id="{CC5CC236-0ED2-CB0F-9E0B-95F48E7DF6BA}"/>
                  </a:ext>
                </a:extLst>
              </p:cNvPr>
              <p:cNvSpPr txBox="1"/>
              <p:nvPr/>
            </p:nvSpPr>
            <p:spPr>
              <a:xfrm>
                <a:off x="7368641" y="1866900"/>
                <a:ext cx="1130300" cy="261610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 algn="ctr"/>
                <a:r>
                  <a:rPr lang="en-NO" sz="1100" dirty="0">
                    <a:solidFill>
                      <a:schemeClr val="bg2">
                        <a:lumMod val="50000"/>
                      </a:schemeClr>
                    </a:solidFill>
                  </a:rPr>
                  <a:t>7</a:t>
                </a:r>
              </a:p>
            </p:txBody>
          </p:sp>
          <p:sp>
            <p:nvSpPr>
              <p:cNvPr id="108" name="TextBox 107">
                <a:extLst>
                  <a:ext uri="{FF2B5EF4-FFF2-40B4-BE49-F238E27FC236}">
                    <a16:creationId xmlns:a16="http://schemas.microsoft.com/office/drawing/2014/main" id="{0D8D34B7-F89A-C5D5-84EF-651BF02DC9FC}"/>
                  </a:ext>
                </a:extLst>
              </p:cNvPr>
              <p:cNvSpPr txBox="1"/>
              <p:nvPr/>
            </p:nvSpPr>
            <p:spPr>
              <a:xfrm>
                <a:off x="8552103" y="1866900"/>
                <a:ext cx="1130300" cy="261610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 algn="ctr"/>
                <a:r>
                  <a:rPr lang="en-NO" sz="1100" dirty="0">
                    <a:solidFill>
                      <a:schemeClr val="bg2">
                        <a:lumMod val="50000"/>
                      </a:schemeClr>
                    </a:solidFill>
                  </a:rPr>
                  <a:t>8</a:t>
                </a:r>
              </a:p>
            </p:txBody>
          </p:sp>
          <p:sp>
            <p:nvSpPr>
              <p:cNvPr id="109" name="TextBox 108">
                <a:extLst>
                  <a:ext uri="{FF2B5EF4-FFF2-40B4-BE49-F238E27FC236}">
                    <a16:creationId xmlns:a16="http://schemas.microsoft.com/office/drawing/2014/main" id="{7977B229-2F19-8160-C646-6C58EB2D0082}"/>
                  </a:ext>
                </a:extLst>
              </p:cNvPr>
              <p:cNvSpPr txBox="1"/>
              <p:nvPr/>
            </p:nvSpPr>
            <p:spPr>
              <a:xfrm>
                <a:off x="9735567" y="1866900"/>
                <a:ext cx="1130300" cy="261610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 algn="ctr"/>
                <a:r>
                  <a:rPr lang="en-NO" sz="1100" dirty="0">
                    <a:solidFill>
                      <a:schemeClr val="bg2">
                        <a:lumMod val="50000"/>
                      </a:schemeClr>
                    </a:solidFill>
                  </a:rPr>
                  <a:t>9</a:t>
                </a:r>
              </a:p>
            </p:txBody>
          </p:sp>
          <p:sp>
            <p:nvSpPr>
              <p:cNvPr id="110" name="TextBox 109">
                <a:extLst>
                  <a:ext uri="{FF2B5EF4-FFF2-40B4-BE49-F238E27FC236}">
                    <a16:creationId xmlns:a16="http://schemas.microsoft.com/office/drawing/2014/main" id="{6FBE3D36-71E9-4F2F-EA3F-8E01744FB683}"/>
                  </a:ext>
                </a:extLst>
              </p:cNvPr>
              <p:cNvSpPr txBox="1"/>
              <p:nvPr/>
            </p:nvSpPr>
            <p:spPr>
              <a:xfrm>
                <a:off x="10919031" y="1866900"/>
                <a:ext cx="1130300" cy="261610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 algn="ctr"/>
                <a:r>
                  <a:rPr lang="en-NO" sz="1100" dirty="0">
                    <a:solidFill>
                      <a:schemeClr val="bg2">
                        <a:lumMod val="50000"/>
                      </a:schemeClr>
                    </a:solidFill>
                  </a:rPr>
                  <a:t>10</a:t>
                </a:r>
              </a:p>
            </p:txBody>
          </p:sp>
        </p:grpSp>
        <p:pic>
          <p:nvPicPr>
            <p:cNvPr id="112" name="Graphic 111" descr="User with solid fill">
              <a:extLst>
                <a:ext uri="{FF2B5EF4-FFF2-40B4-BE49-F238E27FC236}">
                  <a16:creationId xmlns:a16="http://schemas.microsoft.com/office/drawing/2014/main" id="{FE426E01-A11B-834C-5D67-C6E77B92E934}"/>
                </a:ext>
              </a:extLst>
            </p:cNvPr>
            <p:cNvPicPr>
              <a:picLocks noChangeAspect="1"/>
            </p:cNvPicPr>
            <p:nvPr/>
          </p:nvPicPr>
          <p:blipFill>
            <a:blip>
              <a:extLst>
                <a:ext uri="{96DAC541-7B7A-43D3-8B79-37D633B846F1}">
                  <asvg:svgBlip xmlns:asvg="http://schemas.microsoft.com/office/drawing/2016/SVG/main" r:embed="rId4"/>
                </a:ext>
              </a:extLst>
            </a:blip>
            <a:stretch>
              <a:fillRect/>
            </a:stretch>
          </p:blipFill>
          <p:spPr>
            <a:xfrm>
              <a:off x="4643869" y="4133608"/>
              <a:ext cx="1720800" cy="1720800"/>
            </a:xfrm>
            <a:prstGeom prst="rect">
              <a:avLst/>
            </a:prstGeom>
          </p:spPr>
        </p:pic>
        <p:pic>
          <p:nvPicPr>
            <p:cNvPr id="113" name="Graphic 112" descr="User with solid fill">
              <a:extLst>
                <a:ext uri="{FF2B5EF4-FFF2-40B4-BE49-F238E27FC236}">
                  <a16:creationId xmlns:a16="http://schemas.microsoft.com/office/drawing/2014/main" id="{E5E6E281-0C8D-7E84-254A-0F86CD6FF497}"/>
                </a:ext>
              </a:extLst>
            </p:cNvPr>
            <p:cNvPicPr>
              <a:picLocks noChangeAspect="1"/>
            </p:cNvPicPr>
            <p:nvPr/>
          </p:nvPicPr>
          <p:blipFill>
            <a:blip>
              <a:extLst>
                <a:ext uri="{96DAC541-7B7A-43D3-8B79-37D633B846F1}">
                  <asvg:svgBlip xmlns:asvg="http://schemas.microsoft.com/office/drawing/2016/SVG/main" r:embed="rId4"/>
                </a:ext>
              </a:extLst>
            </a:blip>
            <a:stretch>
              <a:fillRect/>
            </a:stretch>
          </p:blipFill>
          <p:spPr>
            <a:xfrm>
              <a:off x="3446415" y="4133547"/>
              <a:ext cx="1720800" cy="1720800"/>
            </a:xfrm>
            <a:prstGeom prst="rect">
              <a:avLst/>
            </a:prstGeom>
          </p:spPr>
        </p:pic>
        <p:pic>
          <p:nvPicPr>
            <p:cNvPr id="114" name="Graphic 113" descr="User with solid fill">
              <a:extLst>
                <a:ext uri="{FF2B5EF4-FFF2-40B4-BE49-F238E27FC236}">
                  <a16:creationId xmlns:a16="http://schemas.microsoft.com/office/drawing/2014/main" id="{23127818-B352-3DD4-3C90-68DA3514FF08}"/>
                </a:ext>
              </a:extLst>
            </p:cNvPr>
            <p:cNvPicPr>
              <a:picLocks noChangeAspect="1"/>
            </p:cNvPicPr>
            <p:nvPr/>
          </p:nvPicPr>
          <p:blipFill>
            <a:blip>
              <a:extLst>
                <a:ext uri="{96DAC541-7B7A-43D3-8B79-37D633B846F1}">
                  <asvg:svgBlip xmlns:asvg="http://schemas.microsoft.com/office/drawing/2016/SVG/main" r:embed="rId4"/>
                </a:ext>
              </a:extLst>
            </a:blip>
            <a:stretch>
              <a:fillRect/>
            </a:stretch>
          </p:blipFill>
          <p:spPr>
            <a:xfrm>
              <a:off x="2266167" y="4132267"/>
              <a:ext cx="1720800" cy="1720800"/>
            </a:xfrm>
            <a:prstGeom prst="rect">
              <a:avLst/>
            </a:prstGeom>
          </p:spPr>
        </p:pic>
        <p:pic>
          <p:nvPicPr>
            <p:cNvPr id="115" name="Graphic 114" descr="User with solid fill">
              <a:extLst>
                <a:ext uri="{FF2B5EF4-FFF2-40B4-BE49-F238E27FC236}">
                  <a16:creationId xmlns:a16="http://schemas.microsoft.com/office/drawing/2014/main" id="{C2806E51-11B4-601A-FD14-B0FAB03D0123}"/>
                </a:ext>
              </a:extLst>
            </p:cNvPr>
            <p:cNvPicPr>
              <a:picLocks noChangeAspect="1"/>
            </p:cNvPicPr>
            <p:nvPr/>
          </p:nvPicPr>
          <p:blipFill>
            <a:blip>
              <a:extLst>
                <a:ext uri="{96DAC541-7B7A-43D3-8B79-37D633B846F1}">
                  <asvg:svgBlip xmlns:asvg="http://schemas.microsoft.com/office/drawing/2016/SVG/main" r:embed="rId4"/>
                </a:ext>
              </a:extLst>
            </a:blip>
            <a:stretch>
              <a:fillRect/>
            </a:stretch>
          </p:blipFill>
          <p:spPr>
            <a:xfrm>
              <a:off x="1072795" y="4133608"/>
              <a:ext cx="1720800" cy="1720800"/>
            </a:xfrm>
            <a:prstGeom prst="rect">
              <a:avLst/>
            </a:prstGeom>
          </p:spPr>
        </p:pic>
        <p:pic>
          <p:nvPicPr>
            <p:cNvPr id="117" name="Graphic 116" descr="User with solid fill">
              <a:extLst>
                <a:ext uri="{FF2B5EF4-FFF2-40B4-BE49-F238E27FC236}">
                  <a16:creationId xmlns:a16="http://schemas.microsoft.com/office/drawing/2014/main" id="{41D8ABA1-AEE7-5D40-A62D-9374836501A9}"/>
                </a:ext>
              </a:extLst>
            </p:cNvPr>
            <p:cNvPicPr>
              <a:picLocks noChangeAspect="1"/>
            </p:cNvPicPr>
            <p:nvPr/>
          </p:nvPicPr>
          <p:blipFill>
            <a:blip>
              <a:extLst>
                <a:ext uri="{96DAC541-7B7A-43D3-8B79-37D633B846F1}">
                  <asvg:svgBlip xmlns:asvg="http://schemas.microsoft.com/office/drawing/2016/SVG/main" r:embed="rId4"/>
                </a:ext>
              </a:extLst>
            </a:blip>
            <a:stretch>
              <a:fillRect/>
            </a:stretch>
          </p:blipFill>
          <p:spPr>
            <a:xfrm>
              <a:off x="-117019" y="4133547"/>
              <a:ext cx="1720800" cy="1720800"/>
            </a:xfrm>
            <a:prstGeom prst="rect">
              <a:avLst/>
            </a:prstGeom>
          </p:spPr>
        </p:pic>
        <p:pic>
          <p:nvPicPr>
            <p:cNvPr id="118" name="Graphic 117" descr="User with solid fill">
              <a:extLst>
                <a:ext uri="{FF2B5EF4-FFF2-40B4-BE49-F238E27FC236}">
                  <a16:creationId xmlns:a16="http://schemas.microsoft.com/office/drawing/2014/main" id="{48958829-BE99-76C6-6B34-847470A486A6}"/>
                </a:ext>
              </a:extLst>
            </p:cNvPr>
            <p:cNvPicPr>
              <a:picLocks noChangeAspect="1"/>
            </p:cNvPicPr>
            <p:nvPr/>
          </p:nvPicPr>
          <p:blipFill>
            <a:blip>
              <a:extLst>
                <a:ext uri="{96DAC541-7B7A-43D3-8B79-37D633B846F1}">
                  <asvg:svgBlip xmlns:asvg="http://schemas.microsoft.com/office/drawing/2016/SVG/main" r:embed="rId4"/>
                </a:ext>
              </a:extLst>
            </a:blip>
            <a:stretch>
              <a:fillRect/>
            </a:stretch>
          </p:blipFill>
          <p:spPr>
            <a:xfrm>
              <a:off x="10607160" y="4137690"/>
              <a:ext cx="1720800" cy="1720800"/>
            </a:xfrm>
            <a:prstGeom prst="rect">
              <a:avLst/>
            </a:prstGeom>
          </p:spPr>
        </p:pic>
        <p:pic>
          <p:nvPicPr>
            <p:cNvPr id="119" name="Graphic 118" descr="User with solid fill">
              <a:extLst>
                <a:ext uri="{FF2B5EF4-FFF2-40B4-BE49-F238E27FC236}">
                  <a16:creationId xmlns:a16="http://schemas.microsoft.com/office/drawing/2014/main" id="{A8886012-2B3C-346C-759E-E73892D7F027}"/>
                </a:ext>
              </a:extLst>
            </p:cNvPr>
            <p:cNvPicPr>
              <a:picLocks noChangeAspect="1"/>
            </p:cNvPicPr>
            <p:nvPr/>
          </p:nvPicPr>
          <p:blipFill>
            <a:blip>
              <a:extLst>
                <a:ext uri="{96DAC541-7B7A-43D3-8B79-37D633B846F1}">
                  <asvg:svgBlip xmlns:asvg="http://schemas.microsoft.com/office/drawing/2016/SVG/main" r:embed="rId4"/>
                </a:ext>
              </a:extLst>
            </a:blip>
            <a:stretch>
              <a:fillRect/>
            </a:stretch>
          </p:blipFill>
          <p:spPr>
            <a:xfrm>
              <a:off x="9409706" y="4133547"/>
              <a:ext cx="1720800" cy="1720800"/>
            </a:xfrm>
            <a:prstGeom prst="rect">
              <a:avLst/>
            </a:prstGeom>
          </p:spPr>
        </p:pic>
        <p:pic>
          <p:nvPicPr>
            <p:cNvPr id="120" name="Graphic 119" descr="User with solid fill">
              <a:extLst>
                <a:ext uri="{FF2B5EF4-FFF2-40B4-BE49-F238E27FC236}">
                  <a16:creationId xmlns:a16="http://schemas.microsoft.com/office/drawing/2014/main" id="{F9E462BB-B7AE-0356-12E0-5AB7A77C86D7}"/>
                </a:ext>
              </a:extLst>
            </p:cNvPr>
            <p:cNvPicPr>
              <a:picLocks noChangeAspect="1"/>
            </p:cNvPicPr>
            <p:nvPr/>
          </p:nvPicPr>
          <p:blipFill>
            <a:blip>
              <a:extLst>
                <a:ext uri="{96DAC541-7B7A-43D3-8B79-37D633B846F1}">
                  <asvg:svgBlip xmlns:asvg="http://schemas.microsoft.com/office/drawing/2016/SVG/main" r:embed="rId4"/>
                </a:ext>
              </a:extLst>
            </a:blip>
            <a:stretch>
              <a:fillRect/>
            </a:stretch>
          </p:blipFill>
          <p:spPr>
            <a:xfrm>
              <a:off x="8233540" y="4137629"/>
              <a:ext cx="1720800" cy="1720800"/>
            </a:xfrm>
            <a:prstGeom prst="rect">
              <a:avLst/>
            </a:prstGeom>
          </p:spPr>
        </p:pic>
        <p:pic>
          <p:nvPicPr>
            <p:cNvPr id="121" name="Graphic 120" descr="User with solid fill">
              <a:extLst>
                <a:ext uri="{FF2B5EF4-FFF2-40B4-BE49-F238E27FC236}">
                  <a16:creationId xmlns:a16="http://schemas.microsoft.com/office/drawing/2014/main" id="{7B4C1680-9267-5FC3-D947-C768FD9BBF95}"/>
                </a:ext>
              </a:extLst>
            </p:cNvPr>
            <p:cNvPicPr>
              <a:picLocks noChangeAspect="1"/>
            </p:cNvPicPr>
            <p:nvPr/>
          </p:nvPicPr>
          <p:blipFill>
            <a:blip>
              <a:extLst>
                <a:ext uri="{96DAC541-7B7A-43D3-8B79-37D633B846F1}">
                  <asvg:svgBlip xmlns:asvg="http://schemas.microsoft.com/office/drawing/2016/SVG/main" r:embed="rId4"/>
                </a:ext>
              </a:extLst>
            </a:blip>
            <a:stretch>
              <a:fillRect/>
            </a:stretch>
          </p:blipFill>
          <p:spPr>
            <a:xfrm>
              <a:off x="7036086" y="4137690"/>
              <a:ext cx="1720800" cy="1720800"/>
            </a:xfrm>
            <a:prstGeom prst="rect">
              <a:avLst/>
            </a:prstGeom>
          </p:spPr>
        </p:pic>
        <p:pic>
          <p:nvPicPr>
            <p:cNvPr id="122" name="Graphic 121" descr="User with solid fill">
              <a:extLst>
                <a:ext uri="{FF2B5EF4-FFF2-40B4-BE49-F238E27FC236}">
                  <a16:creationId xmlns:a16="http://schemas.microsoft.com/office/drawing/2014/main" id="{A1E716EA-DB94-DA2F-C99E-FBBDB638A8BD}"/>
                </a:ext>
              </a:extLst>
            </p:cNvPr>
            <p:cNvPicPr>
              <a:picLocks noChangeAspect="1"/>
            </p:cNvPicPr>
            <p:nvPr/>
          </p:nvPicPr>
          <p:blipFill>
            <a:blip>
              <a:extLst>
                <a:ext uri="{96DAC541-7B7A-43D3-8B79-37D633B846F1}">
                  <asvg:svgBlip xmlns:asvg="http://schemas.microsoft.com/office/drawing/2016/SVG/main" r:embed="rId4"/>
                </a:ext>
              </a:extLst>
            </a:blip>
            <a:stretch>
              <a:fillRect/>
            </a:stretch>
          </p:blipFill>
          <p:spPr>
            <a:xfrm>
              <a:off x="5846272" y="4132267"/>
              <a:ext cx="1720800" cy="1720800"/>
            </a:xfrm>
            <a:prstGeom prst="rect">
              <a:avLst/>
            </a:prstGeom>
          </p:spPr>
        </p:pic>
      </p:grpSp>
    </p:spTree>
    <p:extLst>
      <p:ext uri="{BB962C8B-B14F-4D97-AF65-F5344CB8AC3E}">
        <p14:creationId xmlns:p14="http://schemas.microsoft.com/office/powerpoint/2010/main" val="786888429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7A39092F-1C74-7C20-27BC-37C90612425D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5" name="Group 4">
            <a:extLst>
              <a:ext uri="{FF2B5EF4-FFF2-40B4-BE49-F238E27FC236}">
                <a16:creationId xmlns:a16="http://schemas.microsoft.com/office/drawing/2014/main" id="{6C41E1CB-4A1B-4F0C-A427-3C4ADB6B72C5}"/>
              </a:ext>
            </a:extLst>
          </p:cNvPr>
          <p:cNvGrpSpPr/>
          <p:nvPr/>
        </p:nvGrpSpPr>
        <p:grpSpPr>
          <a:xfrm>
            <a:off x="0" y="2362242"/>
            <a:ext cx="12371296" cy="1830666"/>
            <a:chOff x="0" y="2949948"/>
            <a:chExt cx="12371296" cy="1830666"/>
          </a:xfrm>
        </p:grpSpPr>
        <p:sp>
          <p:nvSpPr>
            <p:cNvPr id="4" name="Rounded Rectangle 3">
              <a:extLst>
                <a:ext uri="{FF2B5EF4-FFF2-40B4-BE49-F238E27FC236}">
                  <a16:creationId xmlns:a16="http://schemas.microsoft.com/office/drawing/2014/main" id="{E50CBD22-63B7-9E50-3CA0-65BB3D95E202}"/>
                </a:ext>
              </a:extLst>
            </p:cNvPr>
            <p:cNvSpPr/>
            <p:nvPr/>
          </p:nvSpPr>
          <p:spPr>
            <a:xfrm>
              <a:off x="5016056" y="2949948"/>
              <a:ext cx="2340000" cy="1830666"/>
            </a:xfrm>
            <a:prstGeom prst="roundRect">
              <a:avLst>
                <a:gd name="adj" fmla="val 11754"/>
              </a:avLst>
            </a:prstGeom>
            <a:solidFill>
              <a:schemeClr val="accent4">
                <a:lumMod val="20000"/>
                <a:lumOff val="80000"/>
                <a:alpha val="60000"/>
              </a:schemeClr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NO"/>
            </a:p>
          </p:txBody>
        </p:sp>
        <p:grpSp>
          <p:nvGrpSpPr>
            <p:cNvPr id="38" name="Group 37">
              <a:extLst>
                <a:ext uri="{FF2B5EF4-FFF2-40B4-BE49-F238E27FC236}">
                  <a16:creationId xmlns:a16="http://schemas.microsoft.com/office/drawing/2014/main" id="{107A4BB9-DC88-EAB2-484F-4BA6ED7748FB}"/>
                </a:ext>
              </a:extLst>
            </p:cNvPr>
            <p:cNvGrpSpPr/>
            <p:nvPr/>
          </p:nvGrpSpPr>
          <p:grpSpPr>
            <a:xfrm>
              <a:off x="0" y="2949948"/>
              <a:ext cx="12371296" cy="1775396"/>
              <a:chOff x="-27055" y="357261"/>
              <a:chExt cx="12371296" cy="1775396"/>
            </a:xfrm>
          </p:grpSpPr>
          <p:pic>
            <p:nvPicPr>
              <p:cNvPr id="39" name="Graphic 38" descr="Male profile with solid fill">
                <a:extLst>
                  <a:ext uri="{FF2B5EF4-FFF2-40B4-BE49-F238E27FC236}">
                    <a16:creationId xmlns:a16="http://schemas.microsoft.com/office/drawing/2014/main" id="{1924A9D1-426F-545C-6489-3223C6888D12}"/>
                  </a:ext>
                </a:extLst>
              </p:cNvPr>
              <p:cNvPicPr>
                <a:picLocks noChangeAspect="1"/>
              </p:cNvPicPr>
              <p:nvPr/>
            </p:nvPicPr>
            <p:blipFill>
              <a:blip>
                <a:extLst>
                  <a:ext uri="{96DAC541-7B7A-43D3-8B79-37D633B846F1}">
                    <asvg:svgBlip xmlns:asvg="http://schemas.microsoft.com/office/drawing/2016/SVG/main" r:embed="rId2"/>
                  </a:ext>
                </a:extLst>
              </a:blip>
              <a:stretch>
                <a:fillRect/>
              </a:stretch>
            </p:blipFill>
            <p:spPr>
              <a:xfrm>
                <a:off x="4706802" y="357266"/>
                <a:ext cx="1720121" cy="1720121"/>
              </a:xfrm>
              <a:prstGeom prst="rect">
                <a:avLst/>
              </a:prstGeom>
            </p:spPr>
          </p:pic>
          <p:pic>
            <p:nvPicPr>
              <p:cNvPr id="40" name="Graphic 39" descr="Male profile with solid fill">
                <a:extLst>
                  <a:ext uri="{FF2B5EF4-FFF2-40B4-BE49-F238E27FC236}">
                    <a16:creationId xmlns:a16="http://schemas.microsoft.com/office/drawing/2014/main" id="{C558768A-4582-F8A7-5769-A6D0622EFDEA}"/>
                  </a:ext>
                </a:extLst>
              </p:cNvPr>
              <p:cNvPicPr>
                <a:picLocks noChangeAspect="1"/>
              </p:cNvPicPr>
              <p:nvPr/>
            </p:nvPicPr>
            <p:blipFill>
              <a:blip>
                <a:extLst>
                  <a:ext uri="{96DAC541-7B7A-43D3-8B79-37D633B846F1}">
                    <asvg:svgBlip xmlns:asvg="http://schemas.microsoft.com/office/drawing/2016/SVG/main" r:embed="rId3"/>
                  </a:ext>
                </a:extLst>
              </a:blip>
              <a:stretch>
                <a:fillRect/>
              </a:stretch>
            </p:blipFill>
            <p:spPr>
              <a:xfrm>
                <a:off x="5890265" y="357265"/>
                <a:ext cx="1720121" cy="1720121"/>
              </a:xfrm>
              <a:prstGeom prst="rect">
                <a:avLst/>
              </a:prstGeom>
            </p:spPr>
          </p:pic>
          <p:pic>
            <p:nvPicPr>
              <p:cNvPr id="41" name="Graphic 40" descr="Male profile with solid fill">
                <a:extLst>
                  <a:ext uri="{FF2B5EF4-FFF2-40B4-BE49-F238E27FC236}">
                    <a16:creationId xmlns:a16="http://schemas.microsoft.com/office/drawing/2014/main" id="{2272B420-1C79-0E33-3340-5F8654931C84}"/>
                  </a:ext>
                </a:extLst>
              </p:cNvPr>
              <p:cNvPicPr>
                <a:picLocks noChangeAspect="1"/>
              </p:cNvPicPr>
              <p:nvPr/>
            </p:nvPicPr>
            <p:blipFill>
              <a:blip>
                <a:extLst>
                  <a:ext uri="{96DAC541-7B7A-43D3-8B79-37D633B846F1}">
                    <asvg:svgBlip xmlns:asvg="http://schemas.microsoft.com/office/drawing/2016/SVG/main" r:embed="rId4"/>
                  </a:ext>
                </a:extLst>
              </a:blip>
              <a:stretch>
                <a:fillRect/>
              </a:stretch>
            </p:blipFill>
            <p:spPr>
              <a:xfrm>
                <a:off x="7073731" y="357264"/>
                <a:ext cx="1720121" cy="1720121"/>
              </a:xfrm>
              <a:prstGeom prst="rect">
                <a:avLst/>
              </a:prstGeom>
            </p:spPr>
          </p:pic>
          <p:pic>
            <p:nvPicPr>
              <p:cNvPr id="42" name="Graphic 41" descr="Male profile with solid fill">
                <a:extLst>
                  <a:ext uri="{FF2B5EF4-FFF2-40B4-BE49-F238E27FC236}">
                    <a16:creationId xmlns:a16="http://schemas.microsoft.com/office/drawing/2014/main" id="{9FCF58B7-7672-395A-8DCF-19E0FC4A16B9}"/>
                  </a:ext>
                </a:extLst>
              </p:cNvPr>
              <p:cNvPicPr>
                <a:picLocks noChangeAspect="1"/>
              </p:cNvPicPr>
              <p:nvPr/>
            </p:nvPicPr>
            <p:blipFill>
              <a:blip>
                <a:extLst>
                  <a:ext uri="{96DAC541-7B7A-43D3-8B79-37D633B846F1}">
                    <asvg:svgBlip xmlns:asvg="http://schemas.microsoft.com/office/drawing/2016/SVG/main" r:embed="rId4"/>
                  </a:ext>
                </a:extLst>
              </a:blip>
              <a:stretch>
                <a:fillRect/>
              </a:stretch>
            </p:blipFill>
            <p:spPr>
              <a:xfrm>
                <a:off x="8257194" y="357263"/>
                <a:ext cx="1720121" cy="1720121"/>
              </a:xfrm>
              <a:prstGeom prst="rect">
                <a:avLst/>
              </a:prstGeom>
            </p:spPr>
          </p:pic>
          <p:pic>
            <p:nvPicPr>
              <p:cNvPr id="43" name="Graphic 42" descr="Male profile with solid fill">
                <a:extLst>
                  <a:ext uri="{FF2B5EF4-FFF2-40B4-BE49-F238E27FC236}">
                    <a16:creationId xmlns:a16="http://schemas.microsoft.com/office/drawing/2014/main" id="{9A2FA5D6-1783-BC10-E52D-7B2230AF440C}"/>
                  </a:ext>
                </a:extLst>
              </p:cNvPr>
              <p:cNvPicPr>
                <a:picLocks noChangeAspect="1"/>
              </p:cNvPicPr>
              <p:nvPr/>
            </p:nvPicPr>
            <p:blipFill>
              <a:blip>
                <a:extLst>
                  <a:ext uri="{96DAC541-7B7A-43D3-8B79-37D633B846F1}">
                    <asvg:svgBlip xmlns:asvg="http://schemas.microsoft.com/office/drawing/2016/SVG/main" r:embed="rId4"/>
                  </a:ext>
                </a:extLst>
              </a:blip>
              <a:stretch>
                <a:fillRect/>
              </a:stretch>
            </p:blipFill>
            <p:spPr>
              <a:xfrm>
                <a:off x="2347689" y="357265"/>
                <a:ext cx="1720121" cy="1720121"/>
              </a:xfrm>
              <a:prstGeom prst="rect">
                <a:avLst/>
              </a:prstGeom>
            </p:spPr>
          </p:pic>
          <p:pic>
            <p:nvPicPr>
              <p:cNvPr id="44" name="Graphic 43" descr="Male profile with solid fill">
                <a:extLst>
                  <a:ext uri="{FF2B5EF4-FFF2-40B4-BE49-F238E27FC236}">
                    <a16:creationId xmlns:a16="http://schemas.microsoft.com/office/drawing/2014/main" id="{CA652B5E-F8BF-8C86-7D68-7D1848305986}"/>
                  </a:ext>
                </a:extLst>
              </p:cNvPr>
              <p:cNvPicPr>
                <a:picLocks noChangeAspect="1"/>
              </p:cNvPicPr>
              <p:nvPr/>
            </p:nvPicPr>
            <p:blipFill>
              <a:blip>
                <a:extLst>
                  <a:ext uri="{96DAC541-7B7A-43D3-8B79-37D633B846F1}">
                    <asvg:svgBlip xmlns:asvg="http://schemas.microsoft.com/office/drawing/2016/SVG/main" r:embed="rId4"/>
                  </a:ext>
                </a:extLst>
              </a:blip>
              <a:stretch>
                <a:fillRect/>
              </a:stretch>
            </p:blipFill>
            <p:spPr>
              <a:xfrm>
                <a:off x="3531152" y="357264"/>
                <a:ext cx="1720121" cy="1720121"/>
              </a:xfrm>
              <a:prstGeom prst="rect">
                <a:avLst/>
              </a:prstGeom>
            </p:spPr>
          </p:pic>
          <p:pic>
            <p:nvPicPr>
              <p:cNvPr id="45" name="Graphic 44" descr="Male profile with solid fill">
                <a:extLst>
                  <a:ext uri="{FF2B5EF4-FFF2-40B4-BE49-F238E27FC236}">
                    <a16:creationId xmlns:a16="http://schemas.microsoft.com/office/drawing/2014/main" id="{8420FDC4-FF82-FC67-5D2D-2C3735501A16}"/>
                  </a:ext>
                </a:extLst>
              </p:cNvPr>
              <p:cNvPicPr>
                <a:picLocks noChangeAspect="1"/>
              </p:cNvPicPr>
              <p:nvPr/>
            </p:nvPicPr>
            <p:blipFill>
              <a:blip>
                <a:extLst>
                  <a:ext uri="{96DAC541-7B7A-43D3-8B79-37D633B846F1}">
                    <asvg:svgBlip xmlns:asvg="http://schemas.microsoft.com/office/drawing/2016/SVG/main" r:embed="rId4"/>
                  </a:ext>
                </a:extLst>
              </a:blip>
              <a:stretch>
                <a:fillRect/>
              </a:stretch>
            </p:blipFill>
            <p:spPr>
              <a:xfrm>
                <a:off x="9440657" y="357262"/>
                <a:ext cx="1720121" cy="1720121"/>
              </a:xfrm>
              <a:prstGeom prst="rect">
                <a:avLst/>
              </a:prstGeom>
            </p:spPr>
          </p:pic>
          <p:pic>
            <p:nvPicPr>
              <p:cNvPr id="46" name="Graphic 45" descr="Male profile with solid fill">
                <a:extLst>
                  <a:ext uri="{FF2B5EF4-FFF2-40B4-BE49-F238E27FC236}">
                    <a16:creationId xmlns:a16="http://schemas.microsoft.com/office/drawing/2014/main" id="{95C3E261-A7C2-FABC-0545-D8E32315DF66}"/>
                  </a:ext>
                </a:extLst>
              </p:cNvPr>
              <p:cNvPicPr>
                <a:picLocks noChangeAspect="1"/>
              </p:cNvPicPr>
              <p:nvPr/>
            </p:nvPicPr>
            <p:blipFill>
              <a:blip>
                <a:extLst>
                  <a:ext uri="{96DAC541-7B7A-43D3-8B79-37D633B846F1}">
                    <asvg:svgBlip xmlns:asvg="http://schemas.microsoft.com/office/drawing/2016/SVG/main" r:embed="rId4"/>
                  </a:ext>
                </a:extLst>
              </a:blip>
              <a:stretch>
                <a:fillRect/>
              </a:stretch>
            </p:blipFill>
            <p:spPr>
              <a:xfrm>
                <a:off x="10624120" y="357261"/>
                <a:ext cx="1720121" cy="1720121"/>
              </a:xfrm>
              <a:prstGeom prst="rect">
                <a:avLst/>
              </a:prstGeom>
            </p:spPr>
          </p:pic>
          <p:pic>
            <p:nvPicPr>
              <p:cNvPr id="47" name="Graphic 46" descr="Male profile with solid fill">
                <a:extLst>
                  <a:ext uri="{FF2B5EF4-FFF2-40B4-BE49-F238E27FC236}">
                    <a16:creationId xmlns:a16="http://schemas.microsoft.com/office/drawing/2014/main" id="{9E156285-AF56-D294-A47D-75E16B54CA89}"/>
                  </a:ext>
                </a:extLst>
              </p:cNvPr>
              <p:cNvPicPr>
                <a:picLocks noChangeAspect="1"/>
              </p:cNvPicPr>
              <p:nvPr/>
            </p:nvPicPr>
            <p:blipFill>
              <a:blip>
                <a:extLst>
                  <a:ext uri="{96DAC541-7B7A-43D3-8B79-37D633B846F1}">
                    <asvg:svgBlip xmlns:asvg="http://schemas.microsoft.com/office/drawing/2016/SVG/main" r:embed="rId4"/>
                  </a:ext>
                </a:extLst>
              </a:blip>
              <a:stretch>
                <a:fillRect/>
              </a:stretch>
            </p:blipFill>
            <p:spPr>
              <a:xfrm>
                <a:off x="-27055" y="357262"/>
                <a:ext cx="1720121" cy="1720121"/>
              </a:xfrm>
              <a:prstGeom prst="rect">
                <a:avLst/>
              </a:prstGeom>
            </p:spPr>
          </p:pic>
          <p:pic>
            <p:nvPicPr>
              <p:cNvPr id="48" name="Graphic 47" descr="Male profile with solid fill">
                <a:extLst>
                  <a:ext uri="{FF2B5EF4-FFF2-40B4-BE49-F238E27FC236}">
                    <a16:creationId xmlns:a16="http://schemas.microsoft.com/office/drawing/2014/main" id="{3EA5547F-D742-0A7E-27F1-5687BF40DF83}"/>
                  </a:ext>
                </a:extLst>
              </p:cNvPr>
              <p:cNvPicPr>
                <a:picLocks noChangeAspect="1"/>
              </p:cNvPicPr>
              <p:nvPr/>
            </p:nvPicPr>
            <p:blipFill>
              <a:blip>
                <a:extLst>
                  <a:ext uri="{96DAC541-7B7A-43D3-8B79-37D633B846F1}">
                    <asvg:svgBlip xmlns:asvg="http://schemas.microsoft.com/office/drawing/2016/SVG/main" r:embed="rId4"/>
                  </a:ext>
                </a:extLst>
              </a:blip>
              <a:stretch>
                <a:fillRect/>
              </a:stretch>
            </p:blipFill>
            <p:spPr>
              <a:xfrm>
                <a:off x="1156408" y="357261"/>
                <a:ext cx="1720121" cy="1720121"/>
              </a:xfrm>
              <a:prstGeom prst="rect">
                <a:avLst/>
              </a:prstGeom>
            </p:spPr>
          </p:pic>
          <p:sp>
            <p:nvSpPr>
              <p:cNvPr id="49" name="TextBox 48">
                <a:extLst>
                  <a:ext uri="{FF2B5EF4-FFF2-40B4-BE49-F238E27FC236}">
                    <a16:creationId xmlns:a16="http://schemas.microsoft.com/office/drawing/2014/main" id="{EF6114F8-838B-8635-E3A4-50CCD8DCD549}"/>
                  </a:ext>
                </a:extLst>
              </p:cNvPr>
              <p:cNvSpPr txBox="1"/>
              <p:nvPr/>
            </p:nvSpPr>
            <p:spPr>
              <a:xfrm>
                <a:off x="266700" y="1866900"/>
                <a:ext cx="1130300" cy="261610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 algn="ctr"/>
                <a:r>
                  <a:rPr lang="en-NO" sz="1100" dirty="0">
                    <a:solidFill>
                      <a:schemeClr val="bg2">
                        <a:lumMod val="50000"/>
                      </a:schemeClr>
                    </a:solidFill>
                  </a:rPr>
                  <a:t>1</a:t>
                </a:r>
              </a:p>
            </p:txBody>
          </p:sp>
          <p:sp>
            <p:nvSpPr>
              <p:cNvPr id="50" name="TextBox 49">
                <a:extLst>
                  <a:ext uri="{FF2B5EF4-FFF2-40B4-BE49-F238E27FC236}">
                    <a16:creationId xmlns:a16="http://schemas.microsoft.com/office/drawing/2014/main" id="{2E02C928-97FF-E37D-9F76-95D853B4FDAC}"/>
                  </a:ext>
                </a:extLst>
              </p:cNvPr>
              <p:cNvSpPr txBox="1"/>
              <p:nvPr/>
            </p:nvSpPr>
            <p:spPr>
              <a:xfrm>
                <a:off x="1455228" y="1866900"/>
                <a:ext cx="1130300" cy="261610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 algn="ctr"/>
                <a:r>
                  <a:rPr lang="en-NO" sz="1100" dirty="0">
                    <a:solidFill>
                      <a:schemeClr val="bg2">
                        <a:lumMod val="50000"/>
                      </a:schemeClr>
                    </a:solidFill>
                  </a:rPr>
                  <a:t>2</a:t>
                </a:r>
              </a:p>
            </p:txBody>
          </p:sp>
          <p:sp>
            <p:nvSpPr>
              <p:cNvPr id="51" name="TextBox 50">
                <a:extLst>
                  <a:ext uri="{FF2B5EF4-FFF2-40B4-BE49-F238E27FC236}">
                    <a16:creationId xmlns:a16="http://schemas.microsoft.com/office/drawing/2014/main" id="{2BFD80FE-9D0E-D1DA-A502-08569AAED325}"/>
                  </a:ext>
                </a:extLst>
              </p:cNvPr>
              <p:cNvSpPr txBox="1"/>
              <p:nvPr/>
            </p:nvSpPr>
            <p:spPr>
              <a:xfrm>
                <a:off x="2642599" y="1871047"/>
                <a:ext cx="1130300" cy="261610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 algn="ctr"/>
                <a:r>
                  <a:rPr lang="en-NO" sz="1100" dirty="0">
                    <a:solidFill>
                      <a:schemeClr val="bg2">
                        <a:lumMod val="50000"/>
                      </a:schemeClr>
                    </a:solidFill>
                  </a:rPr>
                  <a:t>3</a:t>
                </a:r>
              </a:p>
            </p:txBody>
          </p:sp>
          <p:sp>
            <p:nvSpPr>
              <p:cNvPr id="52" name="TextBox 51">
                <a:extLst>
                  <a:ext uri="{FF2B5EF4-FFF2-40B4-BE49-F238E27FC236}">
                    <a16:creationId xmlns:a16="http://schemas.microsoft.com/office/drawing/2014/main" id="{D049A45E-BB64-7B74-B880-6B9285F0E991}"/>
                  </a:ext>
                </a:extLst>
              </p:cNvPr>
              <p:cNvSpPr txBox="1"/>
              <p:nvPr/>
            </p:nvSpPr>
            <p:spPr>
              <a:xfrm>
                <a:off x="3826063" y="1866900"/>
                <a:ext cx="1130300" cy="261610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 algn="ctr"/>
                <a:r>
                  <a:rPr lang="en-NO" sz="1100" dirty="0">
                    <a:solidFill>
                      <a:schemeClr val="bg2">
                        <a:lumMod val="50000"/>
                      </a:schemeClr>
                    </a:solidFill>
                  </a:rPr>
                  <a:t>4</a:t>
                </a:r>
              </a:p>
            </p:txBody>
          </p:sp>
          <p:sp>
            <p:nvSpPr>
              <p:cNvPr id="53" name="TextBox 52">
                <a:extLst>
                  <a:ext uri="{FF2B5EF4-FFF2-40B4-BE49-F238E27FC236}">
                    <a16:creationId xmlns:a16="http://schemas.microsoft.com/office/drawing/2014/main" id="{DE66A42A-85A3-A125-AAE9-D38355821471}"/>
                  </a:ext>
                </a:extLst>
              </p:cNvPr>
              <p:cNvSpPr txBox="1"/>
              <p:nvPr/>
            </p:nvSpPr>
            <p:spPr>
              <a:xfrm>
                <a:off x="5001712" y="1866900"/>
                <a:ext cx="1130300" cy="261610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 algn="ctr"/>
                <a:r>
                  <a:rPr lang="en-NO" sz="1100" dirty="0">
                    <a:solidFill>
                      <a:schemeClr val="bg2">
                        <a:lumMod val="50000"/>
                      </a:schemeClr>
                    </a:solidFill>
                  </a:rPr>
                  <a:t>5</a:t>
                </a:r>
              </a:p>
            </p:txBody>
          </p:sp>
          <p:sp>
            <p:nvSpPr>
              <p:cNvPr id="54" name="TextBox 53">
                <a:extLst>
                  <a:ext uri="{FF2B5EF4-FFF2-40B4-BE49-F238E27FC236}">
                    <a16:creationId xmlns:a16="http://schemas.microsoft.com/office/drawing/2014/main" id="{B107E343-A284-5C31-F9C4-CFFD04D74D69}"/>
                  </a:ext>
                </a:extLst>
              </p:cNvPr>
              <p:cNvSpPr txBox="1"/>
              <p:nvPr/>
            </p:nvSpPr>
            <p:spPr>
              <a:xfrm>
                <a:off x="6185175" y="1866900"/>
                <a:ext cx="1130300" cy="261610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 algn="ctr"/>
                <a:r>
                  <a:rPr lang="en-NO" sz="1100" dirty="0">
                    <a:solidFill>
                      <a:schemeClr val="bg2">
                        <a:lumMod val="50000"/>
                      </a:schemeClr>
                    </a:solidFill>
                  </a:rPr>
                  <a:t>6</a:t>
                </a:r>
              </a:p>
            </p:txBody>
          </p:sp>
          <p:sp>
            <p:nvSpPr>
              <p:cNvPr id="55" name="TextBox 54">
                <a:extLst>
                  <a:ext uri="{FF2B5EF4-FFF2-40B4-BE49-F238E27FC236}">
                    <a16:creationId xmlns:a16="http://schemas.microsoft.com/office/drawing/2014/main" id="{B95210C4-7831-8815-7BFB-2586C1E867AF}"/>
                  </a:ext>
                </a:extLst>
              </p:cNvPr>
              <p:cNvSpPr txBox="1"/>
              <p:nvPr/>
            </p:nvSpPr>
            <p:spPr>
              <a:xfrm>
                <a:off x="7368641" y="1866900"/>
                <a:ext cx="1130300" cy="261610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 algn="ctr"/>
                <a:r>
                  <a:rPr lang="en-NO" sz="1100" dirty="0">
                    <a:solidFill>
                      <a:schemeClr val="bg2">
                        <a:lumMod val="50000"/>
                      </a:schemeClr>
                    </a:solidFill>
                  </a:rPr>
                  <a:t>7</a:t>
                </a:r>
              </a:p>
            </p:txBody>
          </p:sp>
          <p:sp>
            <p:nvSpPr>
              <p:cNvPr id="56" name="TextBox 55">
                <a:extLst>
                  <a:ext uri="{FF2B5EF4-FFF2-40B4-BE49-F238E27FC236}">
                    <a16:creationId xmlns:a16="http://schemas.microsoft.com/office/drawing/2014/main" id="{50530B8E-DB37-1F4B-191E-8BC3DB3A2087}"/>
                  </a:ext>
                </a:extLst>
              </p:cNvPr>
              <p:cNvSpPr txBox="1"/>
              <p:nvPr/>
            </p:nvSpPr>
            <p:spPr>
              <a:xfrm>
                <a:off x="8552103" y="1866900"/>
                <a:ext cx="1130300" cy="261610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 algn="ctr"/>
                <a:r>
                  <a:rPr lang="en-NO" sz="1100" dirty="0">
                    <a:solidFill>
                      <a:schemeClr val="bg2">
                        <a:lumMod val="50000"/>
                      </a:schemeClr>
                    </a:solidFill>
                  </a:rPr>
                  <a:t>8</a:t>
                </a:r>
              </a:p>
            </p:txBody>
          </p:sp>
          <p:sp>
            <p:nvSpPr>
              <p:cNvPr id="57" name="TextBox 56">
                <a:extLst>
                  <a:ext uri="{FF2B5EF4-FFF2-40B4-BE49-F238E27FC236}">
                    <a16:creationId xmlns:a16="http://schemas.microsoft.com/office/drawing/2014/main" id="{673D00DC-4B1B-C5A8-DE11-1F0B0CA5C519}"/>
                  </a:ext>
                </a:extLst>
              </p:cNvPr>
              <p:cNvSpPr txBox="1"/>
              <p:nvPr/>
            </p:nvSpPr>
            <p:spPr>
              <a:xfrm>
                <a:off x="9735567" y="1866900"/>
                <a:ext cx="1130300" cy="261610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 algn="ctr"/>
                <a:r>
                  <a:rPr lang="en-NO" sz="1100" dirty="0">
                    <a:solidFill>
                      <a:schemeClr val="bg2">
                        <a:lumMod val="50000"/>
                      </a:schemeClr>
                    </a:solidFill>
                  </a:rPr>
                  <a:t>9</a:t>
                </a:r>
              </a:p>
            </p:txBody>
          </p:sp>
          <p:sp>
            <p:nvSpPr>
              <p:cNvPr id="58" name="TextBox 57">
                <a:extLst>
                  <a:ext uri="{FF2B5EF4-FFF2-40B4-BE49-F238E27FC236}">
                    <a16:creationId xmlns:a16="http://schemas.microsoft.com/office/drawing/2014/main" id="{2CC108E3-B8CF-B3DF-CA95-A294B124CD04}"/>
                  </a:ext>
                </a:extLst>
              </p:cNvPr>
              <p:cNvSpPr txBox="1"/>
              <p:nvPr/>
            </p:nvSpPr>
            <p:spPr>
              <a:xfrm>
                <a:off x="10919031" y="1866900"/>
                <a:ext cx="1130300" cy="261610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 algn="ctr"/>
                <a:r>
                  <a:rPr lang="en-NO" sz="1100" dirty="0">
                    <a:solidFill>
                      <a:schemeClr val="bg2">
                        <a:lumMod val="50000"/>
                      </a:schemeClr>
                    </a:solidFill>
                  </a:rPr>
                  <a:t>10</a:t>
                </a:r>
              </a:p>
            </p:txBody>
          </p:sp>
        </p:grpSp>
      </p:grpSp>
      <p:grpSp>
        <p:nvGrpSpPr>
          <p:cNvPr id="119" name="Group 118">
            <a:extLst>
              <a:ext uri="{FF2B5EF4-FFF2-40B4-BE49-F238E27FC236}">
                <a16:creationId xmlns:a16="http://schemas.microsoft.com/office/drawing/2014/main" id="{E9DC089A-BB57-89C1-AF9F-F26241B6901F}"/>
              </a:ext>
            </a:extLst>
          </p:cNvPr>
          <p:cNvGrpSpPr/>
          <p:nvPr/>
        </p:nvGrpSpPr>
        <p:grpSpPr>
          <a:xfrm>
            <a:off x="-43336" y="301983"/>
            <a:ext cx="12404407" cy="1830674"/>
            <a:chOff x="-43336" y="301983"/>
            <a:chExt cx="12404407" cy="1830674"/>
          </a:xfrm>
        </p:grpSpPr>
        <p:sp>
          <p:nvSpPr>
            <p:cNvPr id="116" name="Rounded Rectangle 115">
              <a:extLst>
                <a:ext uri="{FF2B5EF4-FFF2-40B4-BE49-F238E27FC236}">
                  <a16:creationId xmlns:a16="http://schemas.microsoft.com/office/drawing/2014/main" id="{8EF9A45F-7561-3017-6B42-23429D7D2B8E}"/>
                </a:ext>
              </a:extLst>
            </p:cNvPr>
            <p:cNvSpPr/>
            <p:nvPr/>
          </p:nvSpPr>
          <p:spPr>
            <a:xfrm>
              <a:off x="4984499" y="301983"/>
              <a:ext cx="2340000" cy="1830666"/>
            </a:xfrm>
            <a:prstGeom prst="roundRect">
              <a:avLst>
                <a:gd name="adj" fmla="val 11754"/>
              </a:avLst>
            </a:prstGeom>
            <a:solidFill>
              <a:schemeClr val="accent4">
                <a:lumMod val="20000"/>
                <a:lumOff val="80000"/>
                <a:alpha val="60000"/>
              </a:schemeClr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NO"/>
            </a:p>
          </p:txBody>
        </p:sp>
        <p:grpSp>
          <p:nvGrpSpPr>
            <p:cNvPr id="72" name="Group 71">
              <a:extLst>
                <a:ext uri="{FF2B5EF4-FFF2-40B4-BE49-F238E27FC236}">
                  <a16:creationId xmlns:a16="http://schemas.microsoft.com/office/drawing/2014/main" id="{6F70927E-BA7C-0309-C880-DF19978FC34E}"/>
                </a:ext>
              </a:extLst>
            </p:cNvPr>
            <p:cNvGrpSpPr/>
            <p:nvPr/>
          </p:nvGrpSpPr>
          <p:grpSpPr>
            <a:xfrm>
              <a:off x="-43336" y="357256"/>
              <a:ext cx="12404407" cy="1775401"/>
              <a:chOff x="-43336" y="357256"/>
              <a:chExt cx="12404407" cy="1775401"/>
            </a:xfrm>
          </p:grpSpPr>
          <p:pic>
            <p:nvPicPr>
              <p:cNvPr id="73" name="Graphic 72" descr="Female Profile with solid fill">
                <a:extLst>
                  <a:ext uri="{FF2B5EF4-FFF2-40B4-BE49-F238E27FC236}">
                    <a16:creationId xmlns:a16="http://schemas.microsoft.com/office/drawing/2014/main" id="{69FAFA05-0078-9E36-B9E7-788C68838852}"/>
                  </a:ext>
                </a:extLst>
              </p:cNvPr>
              <p:cNvPicPr>
                <a:picLocks noChangeAspect="1"/>
              </p:cNvPicPr>
              <p:nvPr/>
            </p:nvPicPr>
            <p:blipFill>
              <a:blip>
                <a:extLst>
                  <a:ext uri="{96DAC541-7B7A-43D3-8B79-37D633B846F1}">
                    <asvg:svgBlip xmlns:asvg="http://schemas.microsoft.com/office/drawing/2016/SVG/main" r:embed="rId5"/>
                  </a:ext>
                </a:extLst>
              </a:blip>
              <a:stretch>
                <a:fillRect/>
              </a:stretch>
            </p:blipFill>
            <p:spPr>
              <a:xfrm>
                <a:off x="3515357" y="357260"/>
                <a:ext cx="1720121" cy="1720121"/>
              </a:xfrm>
              <a:prstGeom prst="rect">
                <a:avLst/>
              </a:prstGeom>
            </p:spPr>
          </p:pic>
          <p:grpSp>
            <p:nvGrpSpPr>
              <p:cNvPr id="74" name="Group 73">
                <a:extLst>
                  <a:ext uri="{FF2B5EF4-FFF2-40B4-BE49-F238E27FC236}">
                    <a16:creationId xmlns:a16="http://schemas.microsoft.com/office/drawing/2014/main" id="{29046F87-629F-10E2-A858-570DDFBBA1CD}"/>
                  </a:ext>
                </a:extLst>
              </p:cNvPr>
              <p:cNvGrpSpPr/>
              <p:nvPr/>
            </p:nvGrpSpPr>
            <p:grpSpPr>
              <a:xfrm>
                <a:off x="266700" y="1866900"/>
                <a:ext cx="11782631" cy="265757"/>
                <a:chOff x="266700" y="1866900"/>
                <a:chExt cx="11782631" cy="265757"/>
              </a:xfrm>
            </p:grpSpPr>
            <p:sp>
              <p:nvSpPr>
                <p:cNvPr id="84" name="TextBox 83">
                  <a:extLst>
                    <a:ext uri="{FF2B5EF4-FFF2-40B4-BE49-F238E27FC236}">
                      <a16:creationId xmlns:a16="http://schemas.microsoft.com/office/drawing/2014/main" id="{3E276994-DF67-B803-6583-936EF0D8A28F}"/>
                    </a:ext>
                  </a:extLst>
                </p:cNvPr>
                <p:cNvSpPr txBox="1"/>
                <p:nvPr/>
              </p:nvSpPr>
              <p:spPr>
                <a:xfrm>
                  <a:off x="266700" y="1866900"/>
                  <a:ext cx="1130300" cy="261610"/>
                </a:xfrm>
                <a:prstGeom prst="rect">
                  <a:avLst/>
                </a:prstGeom>
                <a:noFill/>
              </p:spPr>
              <p:txBody>
                <a:bodyPr wrap="square" rtlCol="0">
                  <a:spAutoFit/>
                </a:bodyPr>
                <a:lstStyle/>
                <a:p>
                  <a:pPr algn="ctr"/>
                  <a:r>
                    <a:rPr lang="en-NO" sz="1100" dirty="0">
                      <a:solidFill>
                        <a:schemeClr val="bg2">
                          <a:lumMod val="50000"/>
                        </a:schemeClr>
                      </a:solidFill>
                    </a:rPr>
                    <a:t>1</a:t>
                  </a:r>
                </a:p>
              </p:txBody>
            </p:sp>
            <p:sp>
              <p:nvSpPr>
                <p:cNvPr id="85" name="TextBox 84">
                  <a:extLst>
                    <a:ext uri="{FF2B5EF4-FFF2-40B4-BE49-F238E27FC236}">
                      <a16:creationId xmlns:a16="http://schemas.microsoft.com/office/drawing/2014/main" id="{FE0F7E37-2152-C6B6-0B3E-7847014C9EE8}"/>
                    </a:ext>
                  </a:extLst>
                </p:cNvPr>
                <p:cNvSpPr txBox="1"/>
                <p:nvPr/>
              </p:nvSpPr>
              <p:spPr>
                <a:xfrm>
                  <a:off x="1455228" y="1866900"/>
                  <a:ext cx="1130300" cy="261610"/>
                </a:xfrm>
                <a:prstGeom prst="rect">
                  <a:avLst/>
                </a:prstGeom>
                <a:noFill/>
              </p:spPr>
              <p:txBody>
                <a:bodyPr wrap="square" rtlCol="0">
                  <a:spAutoFit/>
                </a:bodyPr>
                <a:lstStyle/>
                <a:p>
                  <a:pPr algn="ctr"/>
                  <a:r>
                    <a:rPr lang="en-NO" sz="1100" dirty="0">
                      <a:solidFill>
                        <a:schemeClr val="bg2">
                          <a:lumMod val="50000"/>
                        </a:schemeClr>
                      </a:solidFill>
                    </a:rPr>
                    <a:t>2</a:t>
                  </a:r>
                </a:p>
              </p:txBody>
            </p:sp>
            <p:sp>
              <p:nvSpPr>
                <p:cNvPr id="86" name="TextBox 85">
                  <a:extLst>
                    <a:ext uri="{FF2B5EF4-FFF2-40B4-BE49-F238E27FC236}">
                      <a16:creationId xmlns:a16="http://schemas.microsoft.com/office/drawing/2014/main" id="{04E1B350-1BE3-E4C9-D684-6433411C89C9}"/>
                    </a:ext>
                  </a:extLst>
                </p:cNvPr>
                <p:cNvSpPr txBox="1"/>
                <p:nvPr/>
              </p:nvSpPr>
              <p:spPr>
                <a:xfrm>
                  <a:off x="2642599" y="1871047"/>
                  <a:ext cx="1130300" cy="261610"/>
                </a:xfrm>
                <a:prstGeom prst="rect">
                  <a:avLst/>
                </a:prstGeom>
                <a:noFill/>
              </p:spPr>
              <p:txBody>
                <a:bodyPr wrap="square" rtlCol="0">
                  <a:spAutoFit/>
                </a:bodyPr>
                <a:lstStyle/>
                <a:p>
                  <a:pPr algn="ctr"/>
                  <a:r>
                    <a:rPr lang="en-NO" sz="1100" dirty="0">
                      <a:solidFill>
                        <a:schemeClr val="bg2">
                          <a:lumMod val="50000"/>
                        </a:schemeClr>
                      </a:solidFill>
                    </a:rPr>
                    <a:t>3</a:t>
                  </a:r>
                </a:p>
              </p:txBody>
            </p:sp>
            <p:sp>
              <p:nvSpPr>
                <p:cNvPr id="87" name="TextBox 86">
                  <a:extLst>
                    <a:ext uri="{FF2B5EF4-FFF2-40B4-BE49-F238E27FC236}">
                      <a16:creationId xmlns:a16="http://schemas.microsoft.com/office/drawing/2014/main" id="{9314D7B2-2689-29E6-8253-6903F28F318C}"/>
                    </a:ext>
                  </a:extLst>
                </p:cNvPr>
                <p:cNvSpPr txBox="1"/>
                <p:nvPr/>
              </p:nvSpPr>
              <p:spPr>
                <a:xfrm>
                  <a:off x="3826063" y="1866900"/>
                  <a:ext cx="1130300" cy="261610"/>
                </a:xfrm>
                <a:prstGeom prst="rect">
                  <a:avLst/>
                </a:prstGeom>
                <a:noFill/>
              </p:spPr>
              <p:txBody>
                <a:bodyPr wrap="square" rtlCol="0">
                  <a:spAutoFit/>
                </a:bodyPr>
                <a:lstStyle/>
                <a:p>
                  <a:pPr algn="ctr"/>
                  <a:r>
                    <a:rPr lang="en-NO" sz="1100" dirty="0">
                      <a:solidFill>
                        <a:schemeClr val="bg2">
                          <a:lumMod val="50000"/>
                        </a:schemeClr>
                      </a:solidFill>
                    </a:rPr>
                    <a:t>4</a:t>
                  </a:r>
                </a:p>
              </p:txBody>
            </p:sp>
            <p:sp>
              <p:nvSpPr>
                <p:cNvPr id="88" name="TextBox 87">
                  <a:extLst>
                    <a:ext uri="{FF2B5EF4-FFF2-40B4-BE49-F238E27FC236}">
                      <a16:creationId xmlns:a16="http://schemas.microsoft.com/office/drawing/2014/main" id="{58F0D4B1-5340-31A8-5679-13433900D036}"/>
                    </a:ext>
                  </a:extLst>
                </p:cNvPr>
                <p:cNvSpPr txBox="1"/>
                <p:nvPr/>
              </p:nvSpPr>
              <p:spPr>
                <a:xfrm>
                  <a:off x="5001712" y="1866900"/>
                  <a:ext cx="1130300" cy="261610"/>
                </a:xfrm>
                <a:prstGeom prst="rect">
                  <a:avLst/>
                </a:prstGeom>
                <a:noFill/>
              </p:spPr>
              <p:txBody>
                <a:bodyPr wrap="square" rtlCol="0">
                  <a:spAutoFit/>
                </a:bodyPr>
                <a:lstStyle/>
                <a:p>
                  <a:pPr algn="ctr"/>
                  <a:r>
                    <a:rPr lang="en-NO" sz="1100" dirty="0">
                      <a:solidFill>
                        <a:schemeClr val="bg2">
                          <a:lumMod val="50000"/>
                        </a:schemeClr>
                      </a:solidFill>
                    </a:rPr>
                    <a:t>5</a:t>
                  </a:r>
                </a:p>
              </p:txBody>
            </p:sp>
            <p:sp>
              <p:nvSpPr>
                <p:cNvPr id="89" name="TextBox 88">
                  <a:extLst>
                    <a:ext uri="{FF2B5EF4-FFF2-40B4-BE49-F238E27FC236}">
                      <a16:creationId xmlns:a16="http://schemas.microsoft.com/office/drawing/2014/main" id="{DD6347A8-6A48-49AD-9EA2-C8871EBB5267}"/>
                    </a:ext>
                  </a:extLst>
                </p:cNvPr>
                <p:cNvSpPr txBox="1"/>
                <p:nvPr/>
              </p:nvSpPr>
              <p:spPr>
                <a:xfrm>
                  <a:off x="6185175" y="1866900"/>
                  <a:ext cx="1130300" cy="261610"/>
                </a:xfrm>
                <a:prstGeom prst="rect">
                  <a:avLst/>
                </a:prstGeom>
                <a:noFill/>
              </p:spPr>
              <p:txBody>
                <a:bodyPr wrap="square" rtlCol="0">
                  <a:spAutoFit/>
                </a:bodyPr>
                <a:lstStyle/>
                <a:p>
                  <a:pPr algn="ctr"/>
                  <a:r>
                    <a:rPr lang="en-NO" sz="1100" dirty="0">
                      <a:solidFill>
                        <a:schemeClr val="bg2">
                          <a:lumMod val="50000"/>
                        </a:schemeClr>
                      </a:solidFill>
                    </a:rPr>
                    <a:t>6</a:t>
                  </a:r>
                </a:p>
              </p:txBody>
            </p:sp>
            <p:sp>
              <p:nvSpPr>
                <p:cNvPr id="90" name="TextBox 89">
                  <a:extLst>
                    <a:ext uri="{FF2B5EF4-FFF2-40B4-BE49-F238E27FC236}">
                      <a16:creationId xmlns:a16="http://schemas.microsoft.com/office/drawing/2014/main" id="{BDA05AF5-E029-4DF4-0352-39E88F1DA6BF}"/>
                    </a:ext>
                  </a:extLst>
                </p:cNvPr>
                <p:cNvSpPr txBox="1"/>
                <p:nvPr/>
              </p:nvSpPr>
              <p:spPr>
                <a:xfrm>
                  <a:off x="7368641" y="1866900"/>
                  <a:ext cx="1130300" cy="261610"/>
                </a:xfrm>
                <a:prstGeom prst="rect">
                  <a:avLst/>
                </a:prstGeom>
                <a:noFill/>
              </p:spPr>
              <p:txBody>
                <a:bodyPr wrap="square" rtlCol="0">
                  <a:spAutoFit/>
                </a:bodyPr>
                <a:lstStyle/>
                <a:p>
                  <a:pPr algn="ctr"/>
                  <a:r>
                    <a:rPr lang="en-NO" sz="1100" dirty="0">
                      <a:solidFill>
                        <a:schemeClr val="bg2">
                          <a:lumMod val="50000"/>
                        </a:schemeClr>
                      </a:solidFill>
                    </a:rPr>
                    <a:t>7</a:t>
                  </a:r>
                </a:p>
              </p:txBody>
            </p:sp>
            <p:sp>
              <p:nvSpPr>
                <p:cNvPr id="91" name="TextBox 90">
                  <a:extLst>
                    <a:ext uri="{FF2B5EF4-FFF2-40B4-BE49-F238E27FC236}">
                      <a16:creationId xmlns:a16="http://schemas.microsoft.com/office/drawing/2014/main" id="{14140E33-DCB9-B3E5-62D6-12126CF528E3}"/>
                    </a:ext>
                  </a:extLst>
                </p:cNvPr>
                <p:cNvSpPr txBox="1"/>
                <p:nvPr/>
              </p:nvSpPr>
              <p:spPr>
                <a:xfrm>
                  <a:off x="8552103" y="1866900"/>
                  <a:ext cx="1130300" cy="261610"/>
                </a:xfrm>
                <a:prstGeom prst="rect">
                  <a:avLst/>
                </a:prstGeom>
                <a:noFill/>
              </p:spPr>
              <p:txBody>
                <a:bodyPr wrap="square" rtlCol="0">
                  <a:spAutoFit/>
                </a:bodyPr>
                <a:lstStyle/>
                <a:p>
                  <a:pPr algn="ctr"/>
                  <a:r>
                    <a:rPr lang="en-NO" sz="1100" dirty="0">
                      <a:solidFill>
                        <a:schemeClr val="bg2">
                          <a:lumMod val="50000"/>
                        </a:schemeClr>
                      </a:solidFill>
                    </a:rPr>
                    <a:t>8</a:t>
                  </a:r>
                </a:p>
              </p:txBody>
            </p:sp>
            <p:sp>
              <p:nvSpPr>
                <p:cNvPr id="92" name="TextBox 91">
                  <a:extLst>
                    <a:ext uri="{FF2B5EF4-FFF2-40B4-BE49-F238E27FC236}">
                      <a16:creationId xmlns:a16="http://schemas.microsoft.com/office/drawing/2014/main" id="{A5F30610-3CC1-BE37-A830-DFD5EFF448C8}"/>
                    </a:ext>
                  </a:extLst>
                </p:cNvPr>
                <p:cNvSpPr txBox="1"/>
                <p:nvPr/>
              </p:nvSpPr>
              <p:spPr>
                <a:xfrm>
                  <a:off x="9735567" y="1866900"/>
                  <a:ext cx="1130300" cy="261610"/>
                </a:xfrm>
                <a:prstGeom prst="rect">
                  <a:avLst/>
                </a:prstGeom>
                <a:noFill/>
              </p:spPr>
              <p:txBody>
                <a:bodyPr wrap="square" rtlCol="0">
                  <a:spAutoFit/>
                </a:bodyPr>
                <a:lstStyle/>
                <a:p>
                  <a:pPr algn="ctr"/>
                  <a:r>
                    <a:rPr lang="en-NO" sz="1100" dirty="0">
                      <a:solidFill>
                        <a:schemeClr val="bg2">
                          <a:lumMod val="50000"/>
                        </a:schemeClr>
                      </a:solidFill>
                    </a:rPr>
                    <a:t>9</a:t>
                  </a:r>
                </a:p>
              </p:txBody>
            </p:sp>
            <p:sp>
              <p:nvSpPr>
                <p:cNvPr id="93" name="TextBox 92">
                  <a:extLst>
                    <a:ext uri="{FF2B5EF4-FFF2-40B4-BE49-F238E27FC236}">
                      <a16:creationId xmlns:a16="http://schemas.microsoft.com/office/drawing/2014/main" id="{3C3C807F-29E3-9C35-A835-24ED67DD6BC3}"/>
                    </a:ext>
                  </a:extLst>
                </p:cNvPr>
                <p:cNvSpPr txBox="1"/>
                <p:nvPr/>
              </p:nvSpPr>
              <p:spPr>
                <a:xfrm>
                  <a:off x="10919031" y="1866900"/>
                  <a:ext cx="1130300" cy="261610"/>
                </a:xfrm>
                <a:prstGeom prst="rect">
                  <a:avLst/>
                </a:prstGeom>
                <a:noFill/>
              </p:spPr>
              <p:txBody>
                <a:bodyPr wrap="square" rtlCol="0">
                  <a:spAutoFit/>
                </a:bodyPr>
                <a:lstStyle/>
                <a:p>
                  <a:pPr algn="ctr"/>
                  <a:r>
                    <a:rPr lang="en-NO" sz="1100" dirty="0">
                      <a:solidFill>
                        <a:schemeClr val="bg2">
                          <a:lumMod val="50000"/>
                        </a:schemeClr>
                      </a:solidFill>
                    </a:rPr>
                    <a:t>10</a:t>
                  </a:r>
                </a:p>
              </p:txBody>
            </p:sp>
          </p:grpSp>
          <p:pic>
            <p:nvPicPr>
              <p:cNvPr id="75" name="Graphic 74" descr="Female Profile with solid fill">
                <a:extLst>
                  <a:ext uri="{FF2B5EF4-FFF2-40B4-BE49-F238E27FC236}">
                    <a16:creationId xmlns:a16="http://schemas.microsoft.com/office/drawing/2014/main" id="{AB1B9B47-E9E9-C88A-A488-F2512358FA40}"/>
                  </a:ext>
                </a:extLst>
              </p:cNvPr>
              <p:cNvPicPr>
                <a:picLocks noChangeAspect="1"/>
              </p:cNvPicPr>
              <p:nvPr/>
            </p:nvPicPr>
            <p:blipFill>
              <a:blip>
                <a:extLst>
                  <a:ext uri="{96DAC541-7B7A-43D3-8B79-37D633B846F1}">
                    <asvg:svgBlip xmlns:asvg="http://schemas.microsoft.com/office/drawing/2016/SVG/main" r:embed="rId5"/>
                  </a:ext>
                </a:extLst>
              </a:blip>
              <a:stretch>
                <a:fillRect/>
              </a:stretch>
            </p:blipFill>
            <p:spPr>
              <a:xfrm>
                <a:off x="2340007" y="357260"/>
                <a:ext cx="1720121" cy="1720121"/>
              </a:xfrm>
              <a:prstGeom prst="rect">
                <a:avLst/>
              </a:prstGeom>
            </p:spPr>
          </p:pic>
          <p:pic>
            <p:nvPicPr>
              <p:cNvPr id="76" name="Graphic 75" descr="Female Profile with solid fill">
                <a:extLst>
                  <a:ext uri="{FF2B5EF4-FFF2-40B4-BE49-F238E27FC236}">
                    <a16:creationId xmlns:a16="http://schemas.microsoft.com/office/drawing/2014/main" id="{5C4DED19-502D-DD44-AB63-027E38D86064}"/>
                  </a:ext>
                </a:extLst>
              </p:cNvPr>
              <p:cNvPicPr>
                <a:picLocks noChangeAspect="1"/>
              </p:cNvPicPr>
              <p:nvPr/>
            </p:nvPicPr>
            <p:blipFill>
              <a:blip>
                <a:extLst>
                  <a:ext uri="{96DAC541-7B7A-43D3-8B79-37D633B846F1}">
                    <asvg:svgBlip xmlns:asvg="http://schemas.microsoft.com/office/drawing/2016/SVG/main" r:embed="rId5"/>
                  </a:ext>
                </a:extLst>
              </a:blip>
              <a:stretch>
                <a:fillRect/>
              </a:stretch>
            </p:blipFill>
            <p:spPr>
              <a:xfrm>
                <a:off x="1145662" y="357260"/>
                <a:ext cx="1720121" cy="1720121"/>
              </a:xfrm>
              <a:prstGeom prst="rect">
                <a:avLst/>
              </a:prstGeom>
            </p:spPr>
          </p:pic>
          <p:pic>
            <p:nvPicPr>
              <p:cNvPr id="77" name="Graphic 76" descr="Female Profile with solid fill">
                <a:extLst>
                  <a:ext uri="{FF2B5EF4-FFF2-40B4-BE49-F238E27FC236}">
                    <a16:creationId xmlns:a16="http://schemas.microsoft.com/office/drawing/2014/main" id="{20E01028-A546-27D5-1797-3F8063B1A814}"/>
                  </a:ext>
                </a:extLst>
              </p:cNvPr>
              <p:cNvPicPr>
                <a:picLocks noChangeAspect="1"/>
              </p:cNvPicPr>
              <p:nvPr/>
            </p:nvPicPr>
            <p:blipFill>
              <a:blip>
                <a:extLst>
                  <a:ext uri="{96DAC541-7B7A-43D3-8B79-37D633B846F1}">
                    <asvg:svgBlip xmlns:asvg="http://schemas.microsoft.com/office/drawing/2016/SVG/main" r:embed="rId5"/>
                  </a:ext>
                </a:extLst>
              </a:blip>
              <a:stretch>
                <a:fillRect/>
              </a:stretch>
            </p:blipFill>
            <p:spPr>
              <a:xfrm>
                <a:off x="-43336" y="357260"/>
                <a:ext cx="1720121" cy="1720121"/>
              </a:xfrm>
              <a:prstGeom prst="rect">
                <a:avLst/>
              </a:prstGeom>
            </p:spPr>
          </p:pic>
          <p:pic>
            <p:nvPicPr>
              <p:cNvPr id="78" name="Graphic 77" descr="Female Profile with solid fill">
                <a:extLst>
                  <a:ext uri="{FF2B5EF4-FFF2-40B4-BE49-F238E27FC236}">
                    <a16:creationId xmlns:a16="http://schemas.microsoft.com/office/drawing/2014/main" id="{1337CB1F-5C5F-A1A0-5A55-D44B928AF1AE}"/>
                  </a:ext>
                </a:extLst>
              </p:cNvPr>
              <p:cNvPicPr>
                <a:picLocks noChangeAspect="1"/>
              </p:cNvPicPr>
              <p:nvPr/>
            </p:nvPicPr>
            <p:blipFill>
              <a:blip>
                <a:extLst>
                  <a:ext uri="{96DAC541-7B7A-43D3-8B79-37D633B846F1}">
                    <asvg:svgBlip xmlns:asvg="http://schemas.microsoft.com/office/drawing/2016/SVG/main" r:embed="rId6"/>
                  </a:ext>
                </a:extLst>
              </a:blip>
              <a:stretch>
                <a:fillRect/>
              </a:stretch>
            </p:blipFill>
            <p:spPr>
              <a:xfrm>
                <a:off x="5889968" y="357258"/>
                <a:ext cx="1720121" cy="1720121"/>
              </a:xfrm>
              <a:prstGeom prst="rect">
                <a:avLst/>
              </a:prstGeom>
            </p:spPr>
          </p:pic>
          <p:pic>
            <p:nvPicPr>
              <p:cNvPr id="79" name="Graphic 78" descr="Female Profile with solid fill">
                <a:extLst>
                  <a:ext uri="{FF2B5EF4-FFF2-40B4-BE49-F238E27FC236}">
                    <a16:creationId xmlns:a16="http://schemas.microsoft.com/office/drawing/2014/main" id="{26AFEC09-DB44-2AB4-06BC-BFAEA1EC5651}"/>
                  </a:ext>
                </a:extLst>
              </p:cNvPr>
              <p:cNvPicPr>
                <a:picLocks noChangeAspect="1"/>
              </p:cNvPicPr>
              <p:nvPr/>
            </p:nvPicPr>
            <p:blipFill>
              <a:blip>
                <a:extLst>
                  <a:ext uri="{96DAC541-7B7A-43D3-8B79-37D633B846F1}">
                    <asvg:svgBlip xmlns:asvg="http://schemas.microsoft.com/office/drawing/2016/SVG/main" r:embed="rId7"/>
                  </a:ext>
                </a:extLst>
              </a:blip>
              <a:stretch>
                <a:fillRect/>
              </a:stretch>
            </p:blipFill>
            <p:spPr>
              <a:xfrm>
                <a:off x="4714618" y="357258"/>
                <a:ext cx="1720121" cy="1720121"/>
              </a:xfrm>
              <a:prstGeom prst="rect">
                <a:avLst/>
              </a:prstGeom>
            </p:spPr>
          </p:pic>
          <p:pic>
            <p:nvPicPr>
              <p:cNvPr id="80" name="Graphic 79" descr="Female Profile with solid fill">
                <a:extLst>
                  <a:ext uri="{FF2B5EF4-FFF2-40B4-BE49-F238E27FC236}">
                    <a16:creationId xmlns:a16="http://schemas.microsoft.com/office/drawing/2014/main" id="{09DFD2E7-F6D5-34F4-99BB-B9C5ED9AD777}"/>
                  </a:ext>
                </a:extLst>
              </p:cNvPr>
              <p:cNvPicPr>
                <a:picLocks noChangeAspect="1"/>
              </p:cNvPicPr>
              <p:nvPr/>
            </p:nvPicPr>
            <p:blipFill>
              <a:blip>
                <a:extLst>
                  <a:ext uri="{96DAC541-7B7A-43D3-8B79-37D633B846F1}">
                    <asvg:svgBlip xmlns:asvg="http://schemas.microsoft.com/office/drawing/2016/SVG/main" r:embed="rId5"/>
                  </a:ext>
                </a:extLst>
              </a:blip>
              <a:stretch>
                <a:fillRect/>
              </a:stretch>
            </p:blipFill>
            <p:spPr>
              <a:xfrm>
                <a:off x="8266339" y="357257"/>
                <a:ext cx="1720121" cy="1720121"/>
              </a:xfrm>
              <a:prstGeom prst="rect">
                <a:avLst/>
              </a:prstGeom>
            </p:spPr>
          </p:pic>
          <p:pic>
            <p:nvPicPr>
              <p:cNvPr id="81" name="Graphic 80" descr="Female Profile with solid fill">
                <a:extLst>
                  <a:ext uri="{FF2B5EF4-FFF2-40B4-BE49-F238E27FC236}">
                    <a16:creationId xmlns:a16="http://schemas.microsoft.com/office/drawing/2014/main" id="{F6A3F1F3-E77B-74D3-0F0A-9C3C1BBDBDC4}"/>
                  </a:ext>
                </a:extLst>
              </p:cNvPr>
              <p:cNvPicPr>
                <a:picLocks noChangeAspect="1"/>
              </p:cNvPicPr>
              <p:nvPr/>
            </p:nvPicPr>
            <p:blipFill>
              <a:blip>
                <a:extLst>
                  <a:ext uri="{96DAC541-7B7A-43D3-8B79-37D633B846F1}">
                    <asvg:svgBlip xmlns:asvg="http://schemas.microsoft.com/office/drawing/2016/SVG/main" r:embed="rId5"/>
                  </a:ext>
                </a:extLst>
              </a:blip>
              <a:stretch>
                <a:fillRect/>
              </a:stretch>
            </p:blipFill>
            <p:spPr>
              <a:xfrm>
                <a:off x="7077341" y="357257"/>
                <a:ext cx="1720121" cy="1720121"/>
              </a:xfrm>
              <a:prstGeom prst="rect">
                <a:avLst/>
              </a:prstGeom>
            </p:spPr>
          </p:pic>
          <p:pic>
            <p:nvPicPr>
              <p:cNvPr id="82" name="Graphic 81" descr="Female Profile with solid fill">
                <a:extLst>
                  <a:ext uri="{FF2B5EF4-FFF2-40B4-BE49-F238E27FC236}">
                    <a16:creationId xmlns:a16="http://schemas.microsoft.com/office/drawing/2014/main" id="{24F37AC1-92E3-61CB-84A0-DDF78957E4AA}"/>
                  </a:ext>
                </a:extLst>
              </p:cNvPr>
              <p:cNvPicPr>
                <a:picLocks noChangeAspect="1"/>
              </p:cNvPicPr>
              <p:nvPr/>
            </p:nvPicPr>
            <p:blipFill>
              <a:blip>
                <a:extLst>
                  <a:ext uri="{96DAC541-7B7A-43D3-8B79-37D633B846F1}">
                    <asvg:svgBlip xmlns:asvg="http://schemas.microsoft.com/office/drawing/2016/SVG/main" r:embed="rId5"/>
                  </a:ext>
                </a:extLst>
              </a:blip>
              <a:stretch>
                <a:fillRect/>
              </a:stretch>
            </p:blipFill>
            <p:spPr>
              <a:xfrm>
                <a:off x="10640950" y="357256"/>
                <a:ext cx="1720121" cy="1720121"/>
              </a:xfrm>
              <a:prstGeom prst="rect">
                <a:avLst/>
              </a:prstGeom>
            </p:spPr>
          </p:pic>
          <p:pic>
            <p:nvPicPr>
              <p:cNvPr id="83" name="Graphic 82" descr="Female Profile with solid fill">
                <a:extLst>
                  <a:ext uri="{FF2B5EF4-FFF2-40B4-BE49-F238E27FC236}">
                    <a16:creationId xmlns:a16="http://schemas.microsoft.com/office/drawing/2014/main" id="{3785289E-72D0-B26D-24AB-10578064BA0D}"/>
                  </a:ext>
                </a:extLst>
              </p:cNvPr>
              <p:cNvPicPr>
                <a:picLocks noChangeAspect="1"/>
              </p:cNvPicPr>
              <p:nvPr/>
            </p:nvPicPr>
            <p:blipFill>
              <a:blip>
                <a:extLst>
                  <a:ext uri="{96DAC541-7B7A-43D3-8B79-37D633B846F1}">
                    <asvg:svgBlip xmlns:asvg="http://schemas.microsoft.com/office/drawing/2016/SVG/main" r:embed="rId5"/>
                  </a:ext>
                </a:extLst>
              </a:blip>
              <a:stretch>
                <a:fillRect/>
              </a:stretch>
            </p:blipFill>
            <p:spPr>
              <a:xfrm>
                <a:off x="9451952" y="357256"/>
                <a:ext cx="1720121" cy="1720121"/>
              </a:xfrm>
              <a:prstGeom prst="rect">
                <a:avLst/>
              </a:prstGeom>
            </p:spPr>
          </p:pic>
        </p:grpSp>
      </p:grpSp>
      <p:grpSp>
        <p:nvGrpSpPr>
          <p:cNvPr id="118" name="Group 117">
            <a:extLst>
              <a:ext uri="{FF2B5EF4-FFF2-40B4-BE49-F238E27FC236}">
                <a16:creationId xmlns:a16="http://schemas.microsoft.com/office/drawing/2014/main" id="{E0B62A8B-DDC3-B104-C1E0-361839623085}"/>
              </a:ext>
            </a:extLst>
          </p:cNvPr>
          <p:cNvGrpSpPr/>
          <p:nvPr/>
        </p:nvGrpSpPr>
        <p:grpSpPr>
          <a:xfrm>
            <a:off x="25795" y="4422493"/>
            <a:ext cx="12444979" cy="1891307"/>
            <a:chOff x="25795" y="4422493"/>
            <a:chExt cx="12444979" cy="1891307"/>
          </a:xfrm>
        </p:grpSpPr>
        <p:sp>
          <p:nvSpPr>
            <p:cNvPr id="117" name="Rounded Rectangle 116">
              <a:extLst>
                <a:ext uri="{FF2B5EF4-FFF2-40B4-BE49-F238E27FC236}">
                  <a16:creationId xmlns:a16="http://schemas.microsoft.com/office/drawing/2014/main" id="{1989296F-67FD-881D-F5FF-91BAF2B5A911}"/>
                </a:ext>
              </a:extLst>
            </p:cNvPr>
            <p:cNvSpPr/>
            <p:nvPr/>
          </p:nvSpPr>
          <p:spPr>
            <a:xfrm>
              <a:off x="5070366" y="4483134"/>
              <a:ext cx="2340000" cy="1830666"/>
            </a:xfrm>
            <a:prstGeom prst="roundRect">
              <a:avLst>
                <a:gd name="adj" fmla="val 11754"/>
              </a:avLst>
            </a:prstGeom>
            <a:solidFill>
              <a:schemeClr val="accent4">
                <a:lumMod val="20000"/>
                <a:lumOff val="80000"/>
                <a:alpha val="60000"/>
              </a:schemeClr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NO"/>
            </a:p>
          </p:txBody>
        </p:sp>
        <p:grpSp>
          <p:nvGrpSpPr>
            <p:cNvPr id="94" name="Group 93">
              <a:extLst>
                <a:ext uri="{FF2B5EF4-FFF2-40B4-BE49-F238E27FC236}">
                  <a16:creationId xmlns:a16="http://schemas.microsoft.com/office/drawing/2014/main" id="{70A6ADFD-C7E7-6A26-1B1C-8BA1E6BB8397}"/>
                </a:ext>
              </a:extLst>
            </p:cNvPr>
            <p:cNvGrpSpPr/>
            <p:nvPr/>
          </p:nvGrpSpPr>
          <p:grpSpPr>
            <a:xfrm>
              <a:off x="25795" y="4422493"/>
              <a:ext cx="12444979" cy="1780819"/>
              <a:chOff x="-117019" y="4132267"/>
              <a:chExt cx="12444979" cy="1780819"/>
            </a:xfrm>
          </p:grpSpPr>
          <p:grpSp>
            <p:nvGrpSpPr>
              <p:cNvPr id="95" name="Group 94">
                <a:extLst>
                  <a:ext uri="{FF2B5EF4-FFF2-40B4-BE49-F238E27FC236}">
                    <a16:creationId xmlns:a16="http://schemas.microsoft.com/office/drawing/2014/main" id="{174255D6-761C-B2B4-9F7C-AB7DAB810DC0}"/>
                  </a:ext>
                </a:extLst>
              </p:cNvPr>
              <p:cNvGrpSpPr/>
              <p:nvPr/>
            </p:nvGrpSpPr>
            <p:grpSpPr>
              <a:xfrm>
                <a:off x="204107" y="5647329"/>
                <a:ext cx="11782631" cy="265757"/>
                <a:chOff x="266700" y="1866900"/>
                <a:chExt cx="11782631" cy="265757"/>
              </a:xfrm>
            </p:grpSpPr>
            <p:sp>
              <p:nvSpPr>
                <p:cNvPr id="106" name="TextBox 105">
                  <a:extLst>
                    <a:ext uri="{FF2B5EF4-FFF2-40B4-BE49-F238E27FC236}">
                      <a16:creationId xmlns:a16="http://schemas.microsoft.com/office/drawing/2014/main" id="{9FB8A76D-CBBA-16A3-D6E6-B51FBEDED1AB}"/>
                    </a:ext>
                  </a:extLst>
                </p:cNvPr>
                <p:cNvSpPr txBox="1"/>
                <p:nvPr/>
              </p:nvSpPr>
              <p:spPr>
                <a:xfrm>
                  <a:off x="266700" y="1866900"/>
                  <a:ext cx="1130300" cy="261610"/>
                </a:xfrm>
                <a:prstGeom prst="rect">
                  <a:avLst/>
                </a:prstGeom>
                <a:noFill/>
              </p:spPr>
              <p:txBody>
                <a:bodyPr wrap="square" rtlCol="0">
                  <a:spAutoFit/>
                </a:bodyPr>
                <a:lstStyle/>
                <a:p>
                  <a:pPr algn="ctr"/>
                  <a:r>
                    <a:rPr lang="en-NO" sz="1100" dirty="0">
                      <a:solidFill>
                        <a:schemeClr val="bg2">
                          <a:lumMod val="50000"/>
                        </a:schemeClr>
                      </a:solidFill>
                    </a:rPr>
                    <a:t>1</a:t>
                  </a:r>
                </a:p>
              </p:txBody>
            </p:sp>
            <p:sp>
              <p:nvSpPr>
                <p:cNvPr id="107" name="TextBox 106">
                  <a:extLst>
                    <a:ext uri="{FF2B5EF4-FFF2-40B4-BE49-F238E27FC236}">
                      <a16:creationId xmlns:a16="http://schemas.microsoft.com/office/drawing/2014/main" id="{6B66213B-7451-6A86-09FC-E6B9454CB58D}"/>
                    </a:ext>
                  </a:extLst>
                </p:cNvPr>
                <p:cNvSpPr txBox="1"/>
                <p:nvPr/>
              </p:nvSpPr>
              <p:spPr>
                <a:xfrm>
                  <a:off x="1455228" y="1866900"/>
                  <a:ext cx="1130300" cy="261610"/>
                </a:xfrm>
                <a:prstGeom prst="rect">
                  <a:avLst/>
                </a:prstGeom>
                <a:noFill/>
              </p:spPr>
              <p:txBody>
                <a:bodyPr wrap="square" rtlCol="0">
                  <a:spAutoFit/>
                </a:bodyPr>
                <a:lstStyle/>
                <a:p>
                  <a:pPr algn="ctr"/>
                  <a:r>
                    <a:rPr lang="en-NO" sz="1100" dirty="0">
                      <a:solidFill>
                        <a:schemeClr val="bg2">
                          <a:lumMod val="50000"/>
                        </a:schemeClr>
                      </a:solidFill>
                    </a:rPr>
                    <a:t>2</a:t>
                  </a:r>
                </a:p>
              </p:txBody>
            </p:sp>
            <p:sp>
              <p:nvSpPr>
                <p:cNvPr id="108" name="TextBox 107">
                  <a:extLst>
                    <a:ext uri="{FF2B5EF4-FFF2-40B4-BE49-F238E27FC236}">
                      <a16:creationId xmlns:a16="http://schemas.microsoft.com/office/drawing/2014/main" id="{07EF2AA2-6E66-1F9D-0CF5-784617EAFDD6}"/>
                    </a:ext>
                  </a:extLst>
                </p:cNvPr>
                <p:cNvSpPr txBox="1"/>
                <p:nvPr/>
              </p:nvSpPr>
              <p:spPr>
                <a:xfrm>
                  <a:off x="2642599" y="1871047"/>
                  <a:ext cx="1130300" cy="261610"/>
                </a:xfrm>
                <a:prstGeom prst="rect">
                  <a:avLst/>
                </a:prstGeom>
                <a:noFill/>
              </p:spPr>
              <p:txBody>
                <a:bodyPr wrap="square" rtlCol="0">
                  <a:spAutoFit/>
                </a:bodyPr>
                <a:lstStyle/>
                <a:p>
                  <a:pPr algn="ctr"/>
                  <a:r>
                    <a:rPr lang="en-NO" sz="1100" dirty="0">
                      <a:solidFill>
                        <a:schemeClr val="bg2">
                          <a:lumMod val="50000"/>
                        </a:schemeClr>
                      </a:solidFill>
                    </a:rPr>
                    <a:t>3</a:t>
                  </a:r>
                </a:p>
              </p:txBody>
            </p:sp>
            <p:sp>
              <p:nvSpPr>
                <p:cNvPr id="109" name="TextBox 108">
                  <a:extLst>
                    <a:ext uri="{FF2B5EF4-FFF2-40B4-BE49-F238E27FC236}">
                      <a16:creationId xmlns:a16="http://schemas.microsoft.com/office/drawing/2014/main" id="{2D807CF9-5C23-D057-440E-C6DED2B550F0}"/>
                    </a:ext>
                  </a:extLst>
                </p:cNvPr>
                <p:cNvSpPr txBox="1"/>
                <p:nvPr/>
              </p:nvSpPr>
              <p:spPr>
                <a:xfrm>
                  <a:off x="3826063" y="1866900"/>
                  <a:ext cx="1130300" cy="261610"/>
                </a:xfrm>
                <a:prstGeom prst="rect">
                  <a:avLst/>
                </a:prstGeom>
                <a:noFill/>
              </p:spPr>
              <p:txBody>
                <a:bodyPr wrap="square" rtlCol="0">
                  <a:spAutoFit/>
                </a:bodyPr>
                <a:lstStyle/>
                <a:p>
                  <a:pPr algn="ctr"/>
                  <a:r>
                    <a:rPr lang="en-NO" sz="1100" dirty="0">
                      <a:solidFill>
                        <a:schemeClr val="bg2">
                          <a:lumMod val="50000"/>
                        </a:schemeClr>
                      </a:solidFill>
                    </a:rPr>
                    <a:t>4</a:t>
                  </a:r>
                </a:p>
              </p:txBody>
            </p:sp>
            <p:sp>
              <p:nvSpPr>
                <p:cNvPr id="110" name="TextBox 109">
                  <a:extLst>
                    <a:ext uri="{FF2B5EF4-FFF2-40B4-BE49-F238E27FC236}">
                      <a16:creationId xmlns:a16="http://schemas.microsoft.com/office/drawing/2014/main" id="{834DE576-8E0A-8518-C5C5-0FDEDC4102F8}"/>
                    </a:ext>
                  </a:extLst>
                </p:cNvPr>
                <p:cNvSpPr txBox="1"/>
                <p:nvPr/>
              </p:nvSpPr>
              <p:spPr>
                <a:xfrm>
                  <a:off x="5001712" y="1866900"/>
                  <a:ext cx="1130300" cy="261610"/>
                </a:xfrm>
                <a:prstGeom prst="rect">
                  <a:avLst/>
                </a:prstGeom>
                <a:noFill/>
              </p:spPr>
              <p:txBody>
                <a:bodyPr wrap="square" rtlCol="0">
                  <a:spAutoFit/>
                </a:bodyPr>
                <a:lstStyle/>
                <a:p>
                  <a:pPr algn="ctr"/>
                  <a:r>
                    <a:rPr lang="en-NO" sz="1100" dirty="0">
                      <a:solidFill>
                        <a:schemeClr val="bg2">
                          <a:lumMod val="50000"/>
                        </a:schemeClr>
                      </a:solidFill>
                    </a:rPr>
                    <a:t>5</a:t>
                  </a:r>
                </a:p>
              </p:txBody>
            </p:sp>
            <p:sp>
              <p:nvSpPr>
                <p:cNvPr id="111" name="TextBox 110">
                  <a:extLst>
                    <a:ext uri="{FF2B5EF4-FFF2-40B4-BE49-F238E27FC236}">
                      <a16:creationId xmlns:a16="http://schemas.microsoft.com/office/drawing/2014/main" id="{F0B0B969-D676-BABB-F201-799FE4CC09EB}"/>
                    </a:ext>
                  </a:extLst>
                </p:cNvPr>
                <p:cNvSpPr txBox="1"/>
                <p:nvPr/>
              </p:nvSpPr>
              <p:spPr>
                <a:xfrm>
                  <a:off x="6185175" y="1866900"/>
                  <a:ext cx="1130300" cy="261610"/>
                </a:xfrm>
                <a:prstGeom prst="rect">
                  <a:avLst/>
                </a:prstGeom>
                <a:noFill/>
              </p:spPr>
              <p:txBody>
                <a:bodyPr wrap="square" rtlCol="0">
                  <a:spAutoFit/>
                </a:bodyPr>
                <a:lstStyle/>
                <a:p>
                  <a:pPr algn="ctr"/>
                  <a:r>
                    <a:rPr lang="en-NO" sz="1100" dirty="0">
                      <a:solidFill>
                        <a:schemeClr val="bg2">
                          <a:lumMod val="50000"/>
                        </a:schemeClr>
                      </a:solidFill>
                    </a:rPr>
                    <a:t>6</a:t>
                  </a:r>
                </a:p>
              </p:txBody>
            </p:sp>
            <p:sp>
              <p:nvSpPr>
                <p:cNvPr id="112" name="TextBox 111">
                  <a:extLst>
                    <a:ext uri="{FF2B5EF4-FFF2-40B4-BE49-F238E27FC236}">
                      <a16:creationId xmlns:a16="http://schemas.microsoft.com/office/drawing/2014/main" id="{AA691E71-1E5A-B660-2BE8-9D2D22758F1E}"/>
                    </a:ext>
                  </a:extLst>
                </p:cNvPr>
                <p:cNvSpPr txBox="1"/>
                <p:nvPr/>
              </p:nvSpPr>
              <p:spPr>
                <a:xfrm>
                  <a:off x="7368641" y="1866900"/>
                  <a:ext cx="1130300" cy="261610"/>
                </a:xfrm>
                <a:prstGeom prst="rect">
                  <a:avLst/>
                </a:prstGeom>
                <a:noFill/>
              </p:spPr>
              <p:txBody>
                <a:bodyPr wrap="square" rtlCol="0">
                  <a:spAutoFit/>
                </a:bodyPr>
                <a:lstStyle/>
                <a:p>
                  <a:pPr algn="ctr"/>
                  <a:r>
                    <a:rPr lang="en-NO" sz="1100" dirty="0">
                      <a:solidFill>
                        <a:schemeClr val="bg2">
                          <a:lumMod val="50000"/>
                        </a:schemeClr>
                      </a:solidFill>
                    </a:rPr>
                    <a:t>7</a:t>
                  </a:r>
                </a:p>
              </p:txBody>
            </p:sp>
            <p:sp>
              <p:nvSpPr>
                <p:cNvPr id="113" name="TextBox 112">
                  <a:extLst>
                    <a:ext uri="{FF2B5EF4-FFF2-40B4-BE49-F238E27FC236}">
                      <a16:creationId xmlns:a16="http://schemas.microsoft.com/office/drawing/2014/main" id="{61540518-E1A3-81FE-1E67-2CB80EE8979E}"/>
                    </a:ext>
                  </a:extLst>
                </p:cNvPr>
                <p:cNvSpPr txBox="1"/>
                <p:nvPr/>
              </p:nvSpPr>
              <p:spPr>
                <a:xfrm>
                  <a:off x="8552103" y="1866900"/>
                  <a:ext cx="1130300" cy="261610"/>
                </a:xfrm>
                <a:prstGeom prst="rect">
                  <a:avLst/>
                </a:prstGeom>
                <a:noFill/>
              </p:spPr>
              <p:txBody>
                <a:bodyPr wrap="square" rtlCol="0">
                  <a:spAutoFit/>
                </a:bodyPr>
                <a:lstStyle/>
                <a:p>
                  <a:pPr algn="ctr"/>
                  <a:r>
                    <a:rPr lang="en-NO" sz="1100" dirty="0">
                      <a:solidFill>
                        <a:schemeClr val="bg2">
                          <a:lumMod val="50000"/>
                        </a:schemeClr>
                      </a:solidFill>
                    </a:rPr>
                    <a:t>8</a:t>
                  </a:r>
                </a:p>
              </p:txBody>
            </p:sp>
            <p:sp>
              <p:nvSpPr>
                <p:cNvPr id="114" name="TextBox 113">
                  <a:extLst>
                    <a:ext uri="{FF2B5EF4-FFF2-40B4-BE49-F238E27FC236}">
                      <a16:creationId xmlns:a16="http://schemas.microsoft.com/office/drawing/2014/main" id="{B6EFAA54-B6C3-EF97-8639-B8BAA2EFAD8C}"/>
                    </a:ext>
                  </a:extLst>
                </p:cNvPr>
                <p:cNvSpPr txBox="1"/>
                <p:nvPr/>
              </p:nvSpPr>
              <p:spPr>
                <a:xfrm>
                  <a:off x="9735567" y="1866900"/>
                  <a:ext cx="1130300" cy="261610"/>
                </a:xfrm>
                <a:prstGeom prst="rect">
                  <a:avLst/>
                </a:prstGeom>
                <a:noFill/>
              </p:spPr>
              <p:txBody>
                <a:bodyPr wrap="square" rtlCol="0">
                  <a:spAutoFit/>
                </a:bodyPr>
                <a:lstStyle/>
                <a:p>
                  <a:pPr algn="ctr"/>
                  <a:r>
                    <a:rPr lang="en-NO" sz="1100" dirty="0">
                      <a:solidFill>
                        <a:schemeClr val="bg2">
                          <a:lumMod val="50000"/>
                        </a:schemeClr>
                      </a:solidFill>
                    </a:rPr>
                    <a:t>9</a:t>
                  </a:r>
                </a:p>
              </p:txBody>
            </p:sp>
            <p:sp>
              <p:nvSpPr>
                <p:cNvPr id="115" name="TextBox 114">
                  <a:extLst>
                    <a:ext uri="{FF2B5EF4-FFF2-40B4-BE49-F238E27FC236}">
                      <a16:creationId xmlns:a16="http://schemas.microsoft.com/office/drawing/2014/main" id="{1737C96A-BE88-801F-E542-5FF9666068E1}"/>
                    </a:ext>
                  </a:extLst>
                </p:cNvPr>
                <p:cNvSpPr txBox="1"/>
                <p:nvPr/>
              </p:nvSpPr>
              <p:spPr>
                <a:xfrm>
                  <a:off x="10919031" y="1866900"/>
                  <a:ext cx="1130300" cy="261610"/>
                </a:xfrm>
                <a:prstGeom prst="rect">
                  <a:avLst/>
                </a:prstGeom>
                <a:noFill/>
              </p:spPr>
              <p:txBody>
                <a:bodyPr wrap="square" rtlCol="0">
                  <a:spAutoFit/>
                </a:bodyPr>
                <a:lstStyle/>
                <a:p>
                  <a:pPr algn="ctr"/>
                  <a:r>
                    <a:rPr lang="en-NO" sz="1100" dirty="0">
                      <a:solidFill>
                        <a:schemeClr val="bg2">
                          <a:lumMod val="50000"/>
                        </a:schemeClr>
                      </a:solidFill>
                    </a:rPr>
                    <a:t>10</a:t>
                  </a:r>
                </a:p>
              </p:txBody>
            </p:sp>
          </p:grpSp>
          <p:pic>
            <p:nvPicPr>
              <p:cNvPr id="96" name="Graphic 95" descr="User with solid fill">
                <a:extLst>
                  <a:ext uri="{FF2B5EF4-FFF2-40B4-BE49-F238E27FC236}">
                    <a16:creationId xmlns:a16="http://schemas.microsoft.com/office/drawing/2014/main" id="{53FDE945-3187-B6AF-607C-FFE1EF858A2B}"/>
                  </a:ext>
                </a:extLst>
              </p:cNvPr>
              <p:cNvPicPr>
                <a:picLocks noChangeAspect="1"/>
              </p:cNvPicPr>
              <p:nvPr/>
            </p:nvPicPr>
            <p:blipFill>
              <a:blip>
                <a:extLst>
                  <a:ext uri="{96DAC541-7B7A-43D3-8B79-37D633B846F1}">
                    <asvg:svgBlip xmlns:asvg="http://schemas.microsoft.com/office/drawing/2016/SVG/main" r:embed="rId8"/>
                  </a:ext>
                </a:extLst>
              </a:blip>
              <a:stretch>
                <a:fillRect/>
              </a:stretch>
            </p:blipFill>
            <p:spPr>
              <a:xfrm>
                <a:off x="4643869" y="4133608"/>
                <a:ext cx="1720800" cy="1720800"/>
              </a:xfrm>
              <a:prstGeom prst="rect">
                <a:avLst/>
              </a:prstGeom>
            </p:spPr>
          </p:pic>
          <p:pic>
            <p:nvPicPr>
              <p:cNvPr id="97" name="Graphic 96" descr="User with solid fill">
                <a:extLst>
                  <a:ext uri="{FF2B5EF4-FFF2-40B4-BE49-F238E27FC236}">
                    <a16:creationId xmlns:a16="http://schemas.microsoft.com/office/drawing/2014/main" id="{C33659D7-63C0-FE0E-4A25-D657EF139632}"/>
                  </a:ext>
                </a:extLst>
              </p:cNvPr>
              <p:cNvPicPr>
                <a:picLocks noChangeAspect="1"/>
              </p:cNvPicPr>
              <p:nvPr/>
            </p:nvPicPr>
            <p:blipFill>
              <a:blip>
                <a:extLst>
                  <a:ext uri="{96DAC541-7B7A-43D3-8B79-37D633B846F1}">
                    <asvg:svgBlip xmlns:asvg="http://schemas.microsoft.com/office/drawing/2016/SVG/main" r:embed="rId9"/>
                  </a:ext>
                </a:extLst>
              </a:blip>
              <a:stretch>
                <a:fillRect/>
              </a:stretch>
            </p:blipFill>
            <p:spPr>
              <a:xfrm>
                <a:off x="3446415" y="4133547"/>
                <a:ext cx="1720800" cy="1720800"/>
              </a:xfrm>
              <a:prstGeom prst="rect">
                <a:avLst/>
              </a:prstGeom>
            </p:spPr>
          </p:pic>
          <p:pic>
            <p:nvPicPr>
              <p:cNvPr id="98" name="Graphic 97" descr="User with solid fill">
                <a:extLst>
                  <a:ext uri="{FF2B5EF4-FFF2-40B4-BE49-F238E27FC236}">
                    <a16:creationId xmlns:a16="http://schemas.microsoft.com/office/drawing/2014/main" id="{35801155-A2D2-8910-847C-BEC65D33C4B3}"/>
                  </a:ext>
                </a:extLst>
              </p:cNvPr>
              <p:cNvPicPr>
                <a:picLocks noChangeAspect="1"/>
              </p:cNvPicPr>
              <p:nvPr/>
            </p:nvPicPr>
            <p:blipFill>
              <a:blip>
                <a:extLst>
                  <a:ext uri="{96DAC541-7B7A-43D3-8B79-37D633B846F1}">
                    <asvg:svgBlip xmlns:asvg="http://schemas.microsoft.com/office/drawing/2016/SVG/main" r:embed="rId9"/>
                  </a:ext>
                </a:extLst>
              </a:blip>
              <a:stretch>
                <a:fillRect/>
              </a:stretch>
            </p:blipFill>
            <p:spPr>
              <a:xfrm>
                <a:off x="2266167" y="4132267"/>
                <a:ext cx="1720800" cy="1720800"/>
              </a:xfrm>
              <a:prstGeom prst="rect">
                <a:avLst/>
              </a:prstGeom>
            </p:spPr>
          </p:pic>
          <p:pic>
            <p:nvPicPr>
              <p:cNvPr id="99" name="Graphic 98" descr="User with solid fill">
                <a:extLst>
                  <a:ext uri="{FF2B5EF4-FFF2-40B4-BE49-F238E27FC236}">
                    <a16:creationId xmlns:a16="http://schemas.microsoft.com/office/drawing/2014/main" id="{01CF4287-0F4F-EE46-5BAE-3B21F8654E15}"/>
                  </a:ext>
                </a:extLst>
              </p:cNvPr>
              <p:cNvPicPr>
                <a:picLocks noChangeAspect="1"/>
              </p:cNvPicPr>
              <p:nvPr/>
            </p:nvPicPr>
            <p:blipFill>
              <a:blip>
                <a:extLst>
                  <a:ext uri="{96DAC541-7B7A-43D3-8B79-37D633B846F1}">
                    <asvg:svgBlip xmlns:asvg="http://schemas.microsoft.com/office/drawing/2016/SVG/main" r:embed="rId9"/>
                  </a:ext>
                </a:extLst>
              </a:blip>
              <a:stretch>
                <a:fillRect/>
              </a:stretch>
            </p:blipFill>
            <p:spPr>
              <a:xfrm>
                <a:off x="1072795" y="4133608"/>
                <a:ext cx="1720800" cy="1720800"/>
              </a:xfrm>
              <a:prstGeom prst="rect">
                <a:avLst/>
              </a:prstGeom>
            </p:spPr>
          </p:pic>
          <p:pic>
            <p:nvPicPr>
              <p:cNvPr id="100" name="Graphic 99" descr="User with solid fill">
                <a:extLst>
                  <a:ext uri="{FF2B5EF4-FFF2-40B4-BE49-F238E27FC236}">
                    <a16:creationId xmlns:a16="http://schemas.microsoft.com/office/drawing/2014/main" id="{BEF78F41-8924-4E02-31E7-BE8613117BB4}"/>
                  </a:ext>
                </a:extLst>
              </p:cNvPr>
              <p:cNvPicPr>
                <a:picLocks noChangeAspect="1"/>
              </p:cNvPicPr>
              <p:nvPr/>
            </p:nvPicPr>
            <p:blipFill>
              <a:blip>
                <a:extLst>
                  <a:ext uri="{96DAC541-7B7A-43D3-8B79-37D633B846F1}">
                    <asvg:svgBlip xmlns:asvg="http://schemas.microsoft.com/office/drawing/2016/SVG/main" r:embed="rId9"/>
                  </a:ext>
                </a:extLst>
              </a:blip>
              <a:stretch>
                <a:fillRect/>
              </a:stretch>
            </p:blipFill>
            <p:spPr>
              <a:xfrm>
                <a:off x="-117019" y="4133547"/>
                <a:ext cx="1720800" cy="1720800"/>
              </a:xfrm>
              <a:prstGeom prst="rect">
                <a:avLst/>
              </a:prstGeom>
            </p:spPr>
          </p:pic>
          <p:pic>
            <p:nvPicPr>
              <p:cNvPr id="101" name="Graphic 100" descr="User with solid fill">
                <a:extLst>
                  <a:ext uri="{FF2B5EF4-FFF2-40B4-BE49-F238E27FC236}">
                    <a16:creationId xmlns:a16="http://schemas.microsoft.com/office/drawing/2014/main" id="{24F6A413-C57A-D792-F313-C2B62CFD29D9}"/>
                  </a:ext>
                </a:extLst>
              </p:cNvPr>
              <p:cNvPicPr>
                <a:picLocks noChangeAspect="1"/>
              </p:cNvPicPr>
              <p:nvPr/>
            </p:nvPicPr>
            <p:blipFill>
              <a:blip>
                <a:extLst>
                  <a:ext uri="{96DAC541-7B7A-43D3-8B79-37D633B846F1}">
                    <asvg:svgBlip xmlns:asvg="http://schemas.microsoft.com/office/drawing/2016/SVG/main" r:embed="rId9"/>
                  </a:ext>
                </a:extLst>
              </a:blip>
              <a:stretch>
                <a:fillRect/>
              </a:stretch>
            </p:blipFill>
            <p:spPr>
              <a:xfrm>
                <a:off x="10607160" y="4137690"/>
                <a:ext cx="1720800" cy="1720800"/>
              </a:xfrm>
              <a:prstGeom prst="rect">
                <a:avLst/>
              </a:prstGeom>
            </p:spPr>
          </p:pic>
          <p:pic>
            <p:nvPicPr>
              <p:cNvPr id="102" name="Graphic 101" descr="User with solid fill">
                <a:extLst>
                  <a:ext uri="{FF2B5EF4-FFF2-40B4-BE49-F238E27FC236}">
                    <a16:creationId xmlns:a16="http://schemas.microsoft.com/office/drawing/2014/main" id="{D7CAFB3D-3910-F61F-B003-DB7CD019557A}"/>
                  </a:ext>
                </a:extLst>
              </p:cNvPr>
              <p:cNvPicPr>
                <a:picLocks noChangeAspect="1"/>
              </p:cNvPicPr>
              <p:nvPr/>
            </p:nvPicPr>
            <p:blipFill>
              <a:blip>
                <a:extLst>
                  <a:ext uri="{96DAC541-7B7A-43D3-8B79-37D633B846F1}">
                    <asvg:svgBlip xmlns:asvg="http://schemas.microsoft.com/office/drawing/2016/SVG/main" r:embed="rId9"/>
                  </a:ext>
                </a:extLst>
              </a:blip>
              <a:stretch>
                <a:fillRect/>
              </a:stretch>
            </p:blipFill>
            <p:spPr>
              <a:xfrm>
                <a:off x="9409706" y="4133547"/>
                <a:ext cx="1720800" cy="1720800"/>
              </a:xfrm>
              <a:prstGeom prst="rect">
                <a:avLst/>
              </a:prstGeom>
            </p:spPr>
          </p:pic>
          <p:pic>
            <p:nvPicPr>
              <p:cNvPr id="103" name="Graphic 102" descr="User with solid fill">
                <a:extLst>
                  <a:ext uri="{FF2B5EF4-FFF2-40B4-BE49-F238E27FC236}">
                    <a16:creationId xmlns:a16="http://schemas.microsoft.com/office/drawing/2014/main" id="{C9434CB5-EA79-549D-0242-CE63D9EEB6E4}"/>
                  </a:ext>
                </a:extLst>
              </p:cNvPr>
              <p:cNvPicPr>
                <a:picLocks noChangeAspect="1"/>
              </p:cNvPicPr>
              <p:nvPr/>
            </p:nvPicPr>
            <p:blipFill>
              <a:blip>
                <a:extLst>
                  <a:ext uri="{96DAC541-7B7A-43D3-8B79-37D633B846F1}">
                    <asvg:svgBlip xmlns:asvg="http://schemas.microsoft.com/office/drawing/2016/SVG/main" r:embed="rId9"/>
                  </a:ext>
                </a:extLst>
              </a:blip>
              <a:stretch>
                <a:fillRect/>
              </a:stretch>
            </p:blipFill>
            <p:spPr>
              <a:xfrm>
                <a:off x="8233540" y="4137629"/>
                <a:ext cx="1720800" cy="1720800"/>
              </a:xfrm>
              <a:prstGeom prst="rect">
                <a:avLst/>
              </a:prstGeom>
            </p:spPr>
          </p:pic>
          <p:pic>
            <p:nvPicPr>
              <p:cNvPr id="104" name="Graphic 103" descr="User with solid fill">
                <a:extLst>
                  <a:ext uri="{FF2B5EF4-FFF2-40B4-BE49-F238E27FC236}">
                    <a16:creationId xmlns:a16="http://schemas.microsoft.com/office/drawing/2014/main" id="{AE3B3F48-590C-650D-D49F-AB397E560136}"/>
                  </a:ext>
                </a:extLst>
              </p:cNvPr>
              <p:cNvPicPr>
                <a:picLocks noChangeAspect="1"/>
              </p:cNvPicPr>
              <p:nvPr/>
            </p:nvPicPr>
            <p:blipFill>
              <a:blip>
                <a:extLst>
                  <a:ext uri="{96DAC541-7B7A-43D3-8B79-37D633B846F1}">
                    <asvg:svgBlip xmlns:asvg="http://schemas.microsoft.com/office/drawing/2016/SVG/main" r:embed="rId9"/>
                  </a:ext>
                </a:extLst>
              </a:blip>
              <a:stretch>
                <a:fillRect/>
              </a:stretch>
            </p:blipFill>
            <p:spPr>
              <a:xfrm>
                <a:off x="7036086" y="4137690"/>
                <a:ext cx="1720800" cy="1720800"/>
              </a:xfrm>
              <a:prstGeom prst="rect">
                <a:avLst/>
              </a:prstGeom>
            </p:spPr>
          </p:pic>
          <p:pic>
            <p:nvPicPr>
              <p:cNvPr id="105" name="Graphic 104" descr="User with solid fill">
                <a:extLst>
                  <a:ext uri="{FF2B5EF4-FFF2-40B4-BE49-F238E27FC236}">
                    <a16:creationId xmlns:a16="http://schemas.microsoft.com/office/drawing/2014/main" id="{6C5DD295-570C-1474-48A2-065222C67CCA}"/>
                  </a:ext>
                </a:extLst>
              </p:cNvPr>
              <p:cNvPicPr>
                <a:picLocks noChangeAspect="1"/>
              </p:cNvPicPr>
              <p:nvPr/>
            </p:nvPicPr>
            <p:blipFill>
              <a:blip>
                <a:extLst>
                  <a:ext uri="{96DAC541-7B7A-43D3-8B79-37D633B846F1}">
                    <asvg:svgBlip xmlns:asvg="http://schemas.microsoft.com/office/drawing/2016/SVG/main" r:embed="rId10"/>
                  </a:ext>
                </a:extLst>
              </a:blip>
              <a:stretch>
                <a:fillRect/>
              </a:stretch>
            </p:blipFill>
            <p:spPr>
              <a:xfrm>
                <a:off x="5846272" y="4132267"/>
                <a:ext cx="1720800" cy="1720800"/>
              </a:xfrm>
              <a:prstGeom prst="rect">
                <a:avLst/>
              </a:prstGeom>
            </p:spPr>
          </p:pic>
        </p:grpSp>
      </p:grpSp>
    </p:spTree>
    <p:extLst>
      <p:ext uri="{BB962C8B-B14F-4D97-AF65-F5344CB8AC3E}">
        <p14:creationId xmlns:p14="http://schemas.microsoft.com/office/powerpoint/2010/main" val="2239423827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7A4F108B-CC0A-58E1-BABE-0297F854E019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5" name="Group 4">
            <a:extLst>
              <a:ext uri="{FF2B5EF4-FFF2-40B4-BE49-F238E27FC236}">
                <a16:creationId xmlns:a16="http://schemas.microsoft.com/office/drawing/2014/main" id="{0E2BDF09-C590-1696-7A03-A600CD15A956}"/>
              </a:ext>
            </a:extLst>
          </p:cNvPr>
          <p:cNvGrpSpPr/>
          <p:nvPr/>
        </p:nvGrpSpPr>
        <p:grpSpPr>
          <a:xfrm>
            <a:off x="0" y="2362242"/>
            <a:ext cx="12371296" cy="1830666"/>
            <a:chOff x="0" y="2949948"/>
            <a:chExt cx="12371296" cy="1830666"/>
          </a:xfrm>
        </p:grpSpPr>
        <p:sp>
          <p:nvSpPr>
            <p:cNvPr id="4" name="Rounded Rectangle 3">
              <a:extLst>
                <a:ext uri="{FF2B5EF4-FFF2-40B4-BE49-F238E27FC236}">
                  <a16:creationId xmlns:a16="http://schemas.microsoft.com/office/drawing/2014/main" id="{8B4166F4-C5CA-F881-3151-4DADFF3A0AFD}"/>
                </a:ext>
              </a:extLst>
            </p:cNvPr>
            <p:cNvSpPr/>
            <p:nvPr/>
          </p:nvSpPr>
          <p:spPr>
            <a:xfrm>
              <a:off x="5016056" y="2949948"/>
              <a:ext cx="2340000" cy="1830666"/>
            </a:xfrm>
            <a:prstGeom prst="roundRect">
              <a:avLst>
                <a:gd name="adj" fmla="val 11754"/>
              </a:avLst>
            </a:prstGeom>
            <a:solidFill>
              <a:schemeClr val="accent2">
                <a:lumMod val="20000"/>
                <a:lumOff val="80000"/>
                <a:alpha val="60000"/>
              </a:schemeClr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NO"/>
            </a:p>
          </p:txBody>
        </p:sp>
        <p:grpSp>
          <p:nvGrpSpPr>
            <p:cNvPr id="38" name="Group 37">
              <a:extLst>
                <a:ext uri="{FF2B5EF4-FFF2-40B4-BE49-F238E27FC236}">
                  <a16:creationId xmlns:a16="http://schemas.microsoft.com/office/drawing/2014/main" id="{B839F2D2-B83E-9BBA-285E-7D31344E18D9}"/>
                </a:ext>
              </a:extLst>
            </p:cNvPr>
            <p:cNvGrpSpPr/>
            <p:nvPr/>
          </p:nvGrpSpPr>
          <p:grpSpPr>
            <a:xfrm>
              <a:off x="0" y="2949948"/>
              <a:ext cx="12371296" cy="1775396"/>
              <a:chOff x="-27055" y="357261"/>
              <a:chExt cx="12371296" cy="1775396"/>
            </a:xfrm>
          </p:grpSpPr>
          <p:pic>
            <p:nvPicPr>
              <p:cNvPr id="39" name="Graphic 38" descr="Male profile with solid fill">
                <a:extLst>
                  <a:ext uri="{FF2B5EF4-FFF2-40B4-BE49-F238E27FC236}">
                    <a16:creationId xmlns:a16="http://schemas.microsoft.com/office/drawing/2014/main" id="{3D4AE8E2-FDEB-0F55-19CA-E8DE7788CDB6}"/>
                  </a:ext>
                </a:extLst>
              </p:cNvPr>
              <p:cNvPicPr>
                <a:picLocks noChangeAspect="1"/>
              </p:cNvPicPr>
              <p:nvPr/>
            </p:nvPicPr>
            <p:blipFill>
              <a:blip>
                <a:extLst>
                  <a:ext uri="{96DAC541-7B7A-43D3-8B79-37D633B846F1}">
                    <asvg:svgBlip xmlns:asvg="http://schemas.microsoft.com/office/drawing/2016/SVG/main" r:embed="rId2"/>
                  </a:ext>
                </a:extLst>
              </a:blip>
              <a:stretch>
                <a:fillRect/>
              </a:stretch>
            </p:blipFill>
            <p:spPr>
              <a:xfrm>
                <a:off x="4706802" y="357266"/>
                <a:ext cx="1720121" cy="1720121"/>
              </a:xfrm>
              <a:prstGeom prst="rect">
                <a:avLst/>
              </a:prstGeom>
            </p:spPr>
          </p:pic>
          <p:pic>
            <p:nvPicPr>
              <p:cNvPr id="40" name="Graphic 39" descr="Male profile with solid fill">
                <a:extLst>
                  <a:ext uri="{FF2B5EF4-FFF2-40B4-BE49-F238E27FC236}">
                    <a16:creationId xmlns:a16="http://schemas.microsoft.com/office/drawing/2014/main" id="{F92A2398-B970-B029-B840-FA7F64FEFE6C}"/>
                  </a:ext>
                </a:extLst>
              </p:cNvPr>
              <p:cNvPicPr>
                <a:picLocks noChangeAspect="1"/>
              </p:cNvPicPr>
              <p:nvPr/>
            </p:nvPicPr>
            <p:blipFill>
              <a:blip>
                <a:extLst>
                  <a:ext uri="{96DAC541-7B7A-43D3-8B79-37D633B846F1}">
                    <asvg:svgBlip xmlns:asvg="http://schemas.microsoft.com/office/drawing/2016/SVG/main" r:embed="rId3"/>
                  </a:ext>
                </a:extLst>
              </a:blip>
              <a:stretch>
                <a:fillRect/>
              </a:stretch>
            </p:blipFill>
            <p:spPr>
              <a:xfrm>
                <a:off x="5890265" y="357265"/>
                <a:ext cx="1720121" cy="1720121"/>
              </a:xfrm>
              <a:prstGeom prst="rect">
                <a:avLst/>
              </a:prstGeom>
            </p:spPr>
          </p:pic>
          <p:pic>
            <p:nvPicPr>
              <p:cNvPr id="41" name="Graphic 40" descr="Male profile with solid fill">
                <a:extLst>
                  <a:ext uri="{FF2B5EF4-FFF2-40B4-BE49-F238E27FC236}">
                    <a16:creationId xmlns:a16="http://schemas.microsoft.com/office/drawing/2014/main" id="{6C92CD81-04ED-B9C9-8961-0863A82B80F1}"/>
                  </a:ext>
                </a:extLst>
              </p:cNvPr>
              <p:cNvPicPr>
                <a:picLocks noChangeAspect="1"/>
              </p:cNvPicPr>
              <p:nvPr/>
            </p:nvPicPr>
            <p:blipFill>
              <a:blip>
                <a:extLst>
                  <a:ext uri="{96DAC541-7B7A-43D3-8B79-37D633B846F1}">
                    <asvg:svgBlip xmlns:asvg="http://schemas.microsoft.com/office/drawing/2016/SVG/main" r:embed="rId4"/>
                  </a:ext>
                </a:extLst>
              </a:blip>
              <a:stretch>
                <a:fillRect/>
              </a:stretch>
            </p:blipFill>
            <p:spPr>
              <a:xfrm>
                <a:off x="7073731" y="357264"/>
                <a:ext cx="1720121" cy="1720121"/>
              </a:xfrm>
              <a:prstGeom prst="rect">
                <a:avLst/>
              </a:prstGeom>
            </p:spPr>
          </p:pic>
          <p:pic>
            <p:nvPicPr>
              <p:cNvPr id="42" name="Graphic 41" descr="Male profile with solid fill">
                <a:extLst>
                  <a:ext uri="{FF2B5EF4-FFF2-40B4-BE49-F238E27FC236}">
                    <a16:creationId xmlns:a16="http://schemas.microsoft.com/office/drawing/2014/main" id="{09A0CC6A-916C-A947-499C-04697B382F50}"/>
                  </a:ext>
                </a:extLst>
              </p:cNvPr>
              <p:cNvPicPr>
                <a:picLocks noChangeAspect="1"/>
              </p:cNvPicPr>
              <p:nvPr/>
            </p:nvPicPr>
            <p:blipFill>
              <a:blip>
                <a:extLst>
                  <a:ext uri="{96DAC541-7B7A-43D3-8B79-37D633B846F1}">
                    <asvg:svgBlip xmlns:asvg="http://schemas.microsoft.com/office/drawing/2016/SVG/main" r:embed="rId4"/>
                  </a:ext>
                </a:extLst>
              </a:blip>
              <a:stretch>
                <a:fillRect/>
              </a:stretch>
            </p:blipFill>
            <p:spPr>
              <a:xfrm>
                <a:off x="8257194" y="357263"/>
                <a:ext cx="1720121" cy="1720121"/>
              </a:xfrm>
              <a:prstGeom prst="rect">
                <a:avLst/>
              </a:prstGeom>
            </p:spPr>
          </p:pic>
          <p:pic>
            <p:nvPicPr>
              <p:cNvPr id="43" name="Graphic 42" descr="Male profile with solid fill">
                <a:extLst>
                  <a:ext uri="{FF2B5EF4-FFF2-40B4-BE49-F238E27FC236}">
                    <a16:creationId xmlns:a16="http://schemas.microsoft.com/office/drawing/2014/main" id="{C38363A4-588B-FCD7-E434-5C4E5BDB3E14}"/>
                  </a:ext>
                </a:extLst>
              </p:cNvPr>
              <p:cNvPicPr>
                <a:picLocks noChangeAspect="1"/>
              </p:cNvPicPr>
              <p:nvPr/>
            </p:nvPicPr>
            <p:blipFill>
              <a:blip>
                <a:extLst>
                  <a:ext uri="{96DAC541-7B7A-43D3-8B79-37D633B846F1}">
                    <asvg:svgBlip xmlns:asvg="http://schemas.microsoft.com/office/drawing/2016/SVG/main" r:embed="rId4"/>
                  </a:ext>
                </a:extLst>
              </a:blip>
              <a:stretch>
                <a:fillRect/>
              </a:stretch>
            </p:blipFill>
            <p:spPr>
              <a:xfrm>
                <a:off x="2347689" y="357265"/>
                <a:ext cx="1720121" cy="1720121"/>
              </a:xfrm>
              <a:prstGeom prst="rect">
                <a:avLst/>
              </a:prstGeom>
            </p:spPr>
          </p:pic>
          <p:pic>
            <p:nvPicPr>
              <p:cNvPr id="44" name="Graphic 43" descr="Male profile with solid fill">
                <a:extLst>
                  <a:ext uri="{FF2B5EF4-FFF2-40B4-BE49-F238E27FC236}">
                    <a16:creationId xmlns:a16="http://schemas.microsoft.com/office/drawing/2014/main" id="{29A27A72-BB0A-9A4A-4A12-3AA93CFB1BF6}"/>
                  </a:ext>
                </a:extLst>
              </p:cNvPr>
              <p:cNvPicPr>
                <a:picLocks noChangeAspect="1"/>
              </p:cNvPicPr>
              <p:nvPr/>
            </p:nvPicPr>
            <p:blipFill>
              <a:blip>
                <a:extLst>
                  <a:ext uri="{96DAC541-7B7A-43D3-8B79-37D633B846F1}">
                    <asvg:svgBlip xmlns:asvg="http://schemas.microsoft.com/office/drawing/2016/SVG/main" r:embed="rId4"/>
                  </a:ext>
                </a:extLst>
              </a:blip>
              <a:stretch>
                <a:fillRect/>
              </a:stretch>
            </p:blipFill>
            <p:spPr>
              <a:xfrm>
                <a:off x="3531152" y="357264"/>
                <a:ext cx="1720121" cy="1720121"/>
              </a:xfrm>
              <a:prstGeom prst="rect">
                <a:avLst/>
              </a:prstGeom>
            </p:spPr>
          </p:pic>
          <p:pic>
            <p:nvPicPr>
              <p:cNvPr id="45" name="Graphic 44" descr="Male profile with solid fill">
                <a:extLst>
                  <a:ext uri="{FF2B5EF4-FFF2-40B4-BE49-F238E27FC236}">
                    <a16:creationId xmlns:a16="http://schemas.microsoft.com/office/drawing/2014/main" id="{D35C6699-0EFB-0E83-7AA2-E1EA29093134}"/>
                  </a:ext>
                </a:extLst>
              </p:cNvPr>
              <p:cNvPicPr>
                <a:picLocks noChangeAspect="1"/>
              </p:cNvPicPr>
              <p:nvPr/>
            </p:nvPicPr>
            <p:blipFill>
              <a:blip>
                <a:extLst>
                  <a:ext uri="{96DAC541-7B7A-43D3-8B79-37D633B846F1}">
                    <asvg:svgBlip xmlns:asvg="http://schemas.microsoft.com/office/drawing/2016/SVG/main" r:embed="rId4"/>
                  </a:ext>
                </a:extLst>
              </a:blip>
              <a:stretch>
                <a:fillRect/>
              </a:stretch>
            </p:blipFill>
            <p:spPr>
              <a:xfrm>
                <a:off x="9440657" y="357262"/>
                <a:ext cx="1720121" cy="1720121"/>
              </a:xfrm>
              <a:prstGeom prst="rect">
                <a:avLst/>
              </a:prstGeom>
            </p:spPr>
          </p:pic>
          <p:pic>
            <p:nvPicPr>
              <p:cNvPr id="46" name="Graphic 45" descr="Male profile with solid fill">
                <a:extLst>
                  <a:ext uri="{FF2B5EF4-FFF2-40B4-BE49-F238E27FC236}">
                    <a16:creationId xmlns:a16="http://schemas.microsoft.com/office/drawing/2014/main" id="{CA0F9D41-F1FC-A368-37D6-16D021A5F662}"/>
                  </a:ext>
                </a:extLst>
              </p:cNvPr>
              <p:cNvPicPr>
                <a:picLocks noChangeAspect="1"/>
              </p:cNvPicPr>
              <p:nvPr/>
            </p:nvPicPr>
            <p:blipFill>
              <a:blip>
                <a:extLst>
                  <a:ext uri="{96DAC541-7B7A-43D3-8B79-37D633B846F1}">
                    <asvg:svgBlip xmlns:asvg="http://schemas.microsoft.com/office/drawing/2016/SVG/main" r:embed="rId4"/>
                  </a:ext>
                </a:extLst>
              </a:blip>
              <a:stretch>
                <a:fillRect/>
              </a:stretch>
            </p:blipFill>
            <p:spPr>
              <a:xfrm>
                <a:off x="10624120" y="357261"/>
                <a:ext cx="1720121" cy="1720121"/>
              </a:xfrm>
              <a:prstGeom prst="rect">
                <a:avLst/>
              </a:prstGeom>
            </p:spPr>
          </p:pic>
          <p:pic>
            <p:nvPicPr>
              <p:cNvPr id="47" name="Graphic 46" descr="Male profile with solid fill">
                <a:extLst>
                  <a:ext uri="{FF2B5EF4-FFF2-40B4-BE49-F238E27FC236}">
                    <a16:creationId xmlns:a16="http://schemas.microsoft.com/office/drawing/2014/main" id="{44B1651D-562E-B1B2-1BED-BD57D8E15AF4}"/>
                  </a:ext>
                </a:extLst>
              </p:cNvPr>
              <p:cNvPicPr>
                <a:picLocks noChangeAspect="1"/>
              </p:cNvPicPr>
              <p:nvPr/>
            </p:nvPicPr>
            <p:blipFill>
              <a:blip>
                <a:extLst>
                  <a:ext uri="{96DAC541-7B7A-43D3-8B79-37D633B846F1}">
                    <asvg:svgBlip xmlns:asvg="http://schemas.microsoft.com/office/drawing/2016/SVG/main" r:embed="rId4"/>
                  </a:ext>
                </a:extLst>
              </a:blip>
              <a:stretch>
                <a:fillRect/>
              </a:stretch>
            </p:blipFill>
            <p:spPr>
              <a:xfrm>
                <a:off x="-27055" y="357262"/>
                <a:ext cx="1720121" cy="1720121"/>
              </a:xfrm>
              <a:prstGeom prst="rect">
                <a:avLst/>
              </a:prstGeom>
            </p:spPr>
          </p:pic>
          <p:pic>
            <p:nvPicPr>
              <p:cNvPr id="48" name="Graphic 47" descr="Male profile with solid fill">
                <a:extLst>
                  <a:ext uri="{FF2B5EF4-FFF2-40B4-BE49-F238E27FC236}">
                    <a16:creationId xmlns:a16="http://schemas.microsoft.com/office/drawing/2014/main" id="{2198C737-9B04-964D-2849-F11FB5E2FB73}"/>
                  </a:ext>
                </a:extLst>
              </p:cNvPr>
              <p:cNvPicPr>
                <a:picLocks noChangeAspect="1"/>
              </p:cNvPicPr>
              <p:nvPr/>
            </p:nvPicPr>
            <p:blipFill>
              <a:blip>
                <a:extLst>
                  <a:ext uri="{96DAC541-7B7A-43D3-8B79-37D633B846F1}">
                    <asvg:svgBlip xmlns:asvg="http://schemas.microsoft.com/office/drawing/2016/SVG/main" r:embed="rId4"/>
                  </a:ext>
                </a:extLst>
              </a:blip>
              <a:stretch>
                <a:fillRect/>
              </a:stretch>
            </p:blipFill>
            <p:spPr>
              <a:xfrm>
                <a:off x="1156408" y="357261"/>
                <a:ext cx="1720121" cy="1720121"/>
              </a:xfrm>
              <a:prstGeom prst="rect">
                <a:avLst/>
              </a:prstGeom>
            </p:spPr>
          </p:pic>
          <p:sp>
            <p:nvSpPr>
              <p:cNvPr id="49" name="TextBox 48">
                <a:extLst>
                  <a:ext uri="{FF2B5EF4-FFF2-40B4-BE49-F238E27FC236}">
                    <a16:creationId xmlns:a16="http://schemas.microsoft.com/office/drawing/2014/main" id="{AA28E060-C214-CFB6-F9D4-777C9B831120}"/>
                  </a:ext>
                </a:extLst>
              </p:cNvPr>
              <p:cNvSpPr txBox="1"/>
              <p:nvPr/>
            </p:nvSpPr>
            <p:spPr>
              <a:xfrm>
                <a:off x="266700" y="1866900"/>
                <a:ext cx="1130300" cy="261610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 algn="ctr"/>
                <a:r>
                  <a:rPr lang="en-NO" sz="1100" dirty="0">
                    <a:solidFill>
                      <a:schemeClr val="bg2">
                        <a:lumMod val="50000"/>
                      </a:schemeClr>
                    </a:solidFill>
                  </a:rPr>
                  <a:t>1</a:t>
                </a:r>
              </a:p>
            </p:txBody>
          </p:sp>
          <p:sp>
            <p:nvSpPr>
              <p:cNvPr id="50" name="TextBox 49">
                <a:extLst>
                  <a:ext uri="{FF2B5EF4-FFF2-40B4-BE49-F238E27FC236}">
                    <a16:creationId xmlns:a16="http://schemas.microsoft.com/office/drawing/2014/main" id="{1E1D036E-C6DE-0854-09BB-65B92D0D4A3B}"/>
                  </a:ext>
                </a:extLst>
              </p:cNvPr>
              <p:cNvSpPr txBox="1"/>
              <p:nvPr/>
            </p:nvSpPr>
            <p:spPr>
              <a:xfrm>
                <a:off x="1455228" y="1866900"/>
                <a:ext cx="1130300" cy="261610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 algn="ctr"/>
                <a:r>
                  <a:rPr lang="en-NO" sz="1100" dirty="0">
                    <a:solidFill>
                      <a:schemeClr val="bg2">
                        <a:lumMod val="50000"/>
                      </a:schemeClr>
                    </a:solidFill>
                  </a:rPr>
                  <a:t>2</a:t>
                </a:r>
              </a:p>
            </p:txBody>
          </p:sp>
          <p:sp>
            <p:nvSpPr>
              <p:cNvPr id="51" name="TextBox 50">
                <a:extLst>
                  <a:ext uri="{FF2B5EF4-FFF2-40B4-BE49-F238E27FC236}">
                    <a16:creationId xmlns:a16="http://schemas.microsoft.com/office/drawing/2014/main" id="{D93146F5-86A3-38F8-E541-52B8F4F342D0}"/>
                  </a:ext>
                </a:extLst>
              </p:cNvPr>
              <p:cNvSpPr txBox="1"/>
              <p:nvPr/>
            </p:nvSpPr>
            <p:spPr>
              <a:xfrm>
                <a:off x="2642599" y="1871047"/>
                <a:ext cx="1130300" cy="261610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 algn="ctr"/>
                <a:r>
                  <a:rPr lang="en-NO" sz="1100" dirty="0">
                    <a:solidFill>
                      <a:schemeClr val="bg2">
                        <a:lumMod val="50000"/>
                      </a:schemeClr>
                    </a:solidFill>
                  </a:rPr>
                  <a:t>3</a:t>
                </a:r>
              </a:p>
            </p:txBody>
          </p:sp>
          <p:sp>
            <p:nvSpPr>
              <p:cNvPr id="52" name="TextBox 51">
                <a:extLst>
                  <a:ext uri="{FF2B5EF4-FFF2-40B4-BE49-F238E27FC236}">
                    <a16:creationId xmlns:a16="http://schemas.microsoft.com/office/drawing/2014/main" id="{D0E99025-3BE1-061E-CE85-A84210CE7F06}"/>
                  </a:ext>
                </a:extLst>
              </p:cNvPr>
              <p:cNvSpPr txBox="1"/>
              <p:nvPr/>
            </p:nvSpPr>
            <p:spPr>
              <a:xfrm>
                <a:off x="3826063" y="1866900"/>
                <a:ext cx="1130300" cy="261610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 algn="ctr"/>
                <a:r>
                  <a:rPr lang="en-NO" sz="1100" dirty="0">
                    <a:solidFill>
                      <a:schemeClr val="bg2">
                        <a:lumMod val="50000"/>
                      </a:schemeClr>
                    </a:solidFill>
                  </a:rPr>
                  <a:t>4</a:t>
                </a:r>
              </a:p>
            </p:txBody>
          </p:sp>
          <p:sp>
            <p:nvSpPr>
              <p:cNvPr id="53" name="TextBox 52">
                <a:extLst>
                  <a:ext uri="{FF2B5EF4-FFF2-40B4-BE49-F238E27FC236}">
                    <a16:creationId xmlns:a16="http://schemas.microsoft.com/office/drawing/2014/main" id="{BCFEFC27-1A1E-69CA-1FF1-D65CE81E3497}"/>
                  </a:ext>
                </a:extLst>
              </p:cNvPr>
              <p:cNvSpPr txBox="1"/>
              <p:nvPr/>
            </p:nvSpPr>
            <p:spPr>
              <a:xfrm>
                <a:off x="5001712" y="1866900"/>
                <a:ext cx="1130300" cy="261610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 algn="ctr"/>
                <a:r>
                  <a:rPr lang="en-NO" sz="1100" dirty="0">
                    <a:solidFill>
                      <a:schemeClr val="bg2">
                        <a:lumMod val="50000"/>
                      </a:schemeClr>
                    </a:solidFill>
                  </a:rPr>
                  <a:t>5</a:t>
                </a:r>
              </a:p>
            </p:txBody>
          </p:sp>
          <p:sp>
            <p:nvSpPr>
              <p:cNvPr id="54" name="TextBox 53">
                <a:extLst>
                  <a:ext uri="{FF2B5EF4-FFF2-40B4-BE49-F238E27FC236}">
                    <a16:creationId xmlns:a16="http://schemas.microsoft.com/office/drawing/2014/main" id="{CAFBDBB0-03ED-A15F-DFB8-3300D6C62F45}"/>
                  </a:ext>
                </a:extLst>
              </p:cNvPr>
              <p:cNvSpPr txBox="1"/>
              <p:nvPr/>
            </p:nvSpPr>
            <p:spPr>
              <a:xfrm>
                <a:off x="6185175" y="1866900"/>
                <a:ext cx="1130300" cy="261610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 algn="ctr"/>
                <a:r>
                  <a:rPr lang="en-NO" sz="1100" dirty="0">
                    <a:solidFill>
                      <a:schemeClr val="bg2">
                        <a:lumMod val="50000"/>
                      </a:schemeClr>
                    </a:solidFill>
                  </a:rPr>
                  <a:t>6</a:t>
                </a:r>
              </a:p>
            </p:txBody>
          </p:sp>
          <p:sp>
            <p:nvSpPr>
              <p:cNvPr id="55" name="TextBox 54">
                <a:extLst>
                  <a:ext uri="{FF2B5EF4-FFF2-40B4-BE49-F238E27FC236}">
                    <a16:creationId xmlns:a16="http://schemas.microsoft.com/office/drawing/2014/main" id="{268D821B-42C3-CE52-AD29-6660367A72C1}"/>
                  </a:ext>
                </a:extLst>
              </p:cNvPr>
              <p:cNvSpPr txBox="1"/>
              <p:nvPr/>
            </p:nvSpPr>
            <p:spPr>
              <a:xfrm>
                <a:off x="7368641" y="1866900"/>
                <a:ext cx="1130300" cy="261610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 algn="ctr"/>
                <a:r>
                  <a:rPr lang="en-NO" sz="1100" dirty="0">
                    <a:solidFill>
                      <a:schemeClr val="bg2">
                        <a:lumMod val="50000"/>
                      </a:schemeClr>
                    </a:solidFill>
                  </a:rPr>
                  <a:t>7</a:t>
                </a:r>
              </a:p>
            </p:txBody>
          </p:sp>
          <p:sp>
            <p:nvSpPr>
              <p:cNvPr id="56" name="TextBox 55">
                <a:extLst>
                  <a:ext uri="{FF2B5EF4-FFF2-40B4-BE49-F238E27FC236}">
                    <a16:creationId xmlns:a16="http://schemas.microsoft.com/office/drawing/2014/main" id="{22E08A66-1768-0D77-7ADD-4E8A35FAB1C0}"/>
                  </a:ext>
                </a:extLst>
              </p:cNvPr>
              <p:cNvSpPr txBox="1"/>
              <p:nvPr/>
            </p:nvSpPr>
            <p:spPr>
              <a:xfrm>
                <a:off x="8552103" y="1866900"/>
                <a:ext cx="1130300" cy="261610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 algn="ctr"/>
                <a:r>
                  <a:rPr lang="en-NO" sz="1100" dirty="0">
                    <a:solidFill>
                      <a:schemeClr val="bg2">
                        <a:lumMod val="50000"/>
                      </a:schemeClr>
                    </a:solidFill>
                  </a:rPr>
                  <a:t>8</a:t>
                </a:r>
              </a:p>
            </p:txBody>
          </p:sp>
          <p:sp>
            <p:nvSpPr>
              <p:cNvPr id="57" name="TextBox 56">
                <a:extLst>
                  <a:ext uri="{FF2B5EF4-FFF2-40B4-BE49-F238E27FC236}">
                    <a16:creationId xmlns:a16="http://schemas.microsoft.com/office/drawing/2014/main" id="{EBB0EAC8-5AF8-CD8C-65B1-5072A11448A6}"/>
                  </a:ext>
                </a:extLst>
              </p:cNvPr>
              <p:cNvSpPr txBox="1"/>
              <p:nvPr/>
            </p:nvSpPr>
            <p:spPr>
              <a:xfrm>
                <a:off x="9735567" y="1866900"/>
                <a:ext cx="1130300" cy="261610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 algn="ctr"/>
                <a:r>
                  <a:rPr lang="en-NO" sz="1100" dirty="0">
                    <a:solidFill>
                      <a:schemeClr val="bg2">
                        <a:lumMod val="50000"/>
                      </a:schemeClr>
                    </a:solidFill>
                  </a:rPr>
                  <a:t>9</a:t>
                </a:r>
              </a:p>
            </p:txBody>
          </p:sp>
          <p:sp>
            <p:nvSpPr>
              <p:cNvPr id="58" name="TextBox 57">
                <a:extLst>
                  <a:ext uri="{FF2B5EF4-FFF2-40B4-BE49-F238E27FC236}">
                    <a16:creationId xmlns:a16="http://schemas.microsoft.com/office/drawing/2014/main" id="{1B575CEA-10F7-1728-856C-33F9CEC866EE}"/>
                  </a:ext>
                </a:extLst>
              </p:cNvPr>
              <p:cNvSpPr txBox="1"/>
              <p:nvPr/>
            </p:nvSpPr>
            <p:spPr>
              <a:xfrm>
                <a:off x="10919031" y="1866900"/>
                <a:ext cx="1130300" cy="261610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 algn="ctr"/>
                <a:r>
                  <a:rPr lang="en-NO" sz="1100" dirty="0">
                    <a:solidFill>
                      <a:schemeClr val="bg2">
                        <a:lumMod val="50000"/>
                      </a:schemeClr>
                    </a:solidFill>
                  </a:rPr>
                  <a:t>10</a:t>
                </a:r>
              </a:p>
            </p:txBody>
          </p:sp>
        </p:grpSp>
      </p:grpSp>
      <p:grpSp>
        <p:nvGrpSpPr>
          <p:cNvPr id="119" name="Group 118">
            <a:extLst>
              <a:ext uri="{FF2B5EF4-FFF2-40B4-BE49-F238E27FC236}">
                <a16:creationId xmlns:a16="http://schemas.microsoft.com/office/drawing/2014/main" id="{553F1D35-D991-23F7-8C86-B52DEC25964D}"/>
              </a:ext>
            </a:extLst>
          </p:cNvPr>
          <p:cNvGrpSpPr/>
          <p:nvPr/>
        </p:nvGrpSpPr>
        <p:grpSpPr>
          <a:xfrm>
            <a:off x="-43336" y="301983"/>
            <a:ext cx="12404407" cy="1830674"/>
            <a:chOff x="-43336" y="301983"/>
            <a:chExt cx="12404407" cy="1830674"/>
          </a:xfrm>
        </p:grpSpPr>
        <p:sp>
          <p:nvSpPr>
            <p:cNvPr id="116" name="Rounded Rectangle 115">
              <a:extLst>
                <a:ext uri="{FF2B5EF4-FFF2-40B4-BE49-F238E27FC236}">
                  <a16:creationId xmlns:a16="http://schemas.microsoft.com/office/drawing/2014/main" id="{4D6E7E97-71CE-6AE2-5AAE-41ABF7921AD1}"/>
                </a:ext>
              </a:extLst>
            </p:cNvPr>
            <p:cNvSpPr/>
            <p:nvPr/>
          </p:nvSpPr>
          <p:spPr>
            <a:xfrm>
              <a:off x="4984499" y="301983"/>
              <a:ext cx="2340000" cy="1830666"/>
            </a:xfrm>
            <a:prstGeom prst="roundRect">
              <a:avLst>
                <a:gd name="adj" fmla="val 11754"/>
              </a:avLst>
            </a:prstGeom>
            <a:solidFill>
              <a:schemeClr val="accent2">
                <a:lumMod val="20000"/>
                <a:lumOff val="80000"/>
                <a:alpha val="60000"/>
              </a:schemeClr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NO"/>
            </a:p>
          </p:txBody>
        </p:sp>
        <p:grpSp>
          <p:nvGrpSpPr>
            <p:cNvPr id="72" name="Group 71">
              <a:extLst>
                <a:ext uri="{FF2B5EF4-FFF2-40B4-BE49-F238E27FC236}">
                  <a16:creationId xmlns:a16="http://schemas.microsoft.com/office/drawing/2014/main" id="{573DD46A-8FBF-5BAB-784B-AF1BEADE48F1}"/>
                </a:ext>
              </a:extLst>
            </p:cNvPr>
            <p:cNvGrpSpPr/>
            <p:nvPr/>
          </p:nvGrpSpPr>
          <p:grpSpPr>
            <a:xfrm>
              <a:off x="-43336" y="357256"/>
              <a:ext cx="12404407" cy="1775401"/>
              <a:chOff x="-43336" y="357256"/>
              <a:chExt cx="12404407" cy="1775401"/>
            </a:xfrm>
          </p:grpSpPr>
          <p:pic>
            <p:nvPicPr>
              <p:cNvPr id="73" name="Graphic 72" descr="Female Profile with solid fill">
                <a:extLst>
                  <a:ext uri="{FF2B5EF4-FFF2-40B4-BE49-F238E27FC236}">
                    <a16:creationId xmlns:a16="http://schemas.microsoft.com/office/drawing/2014/main" id="{007429B0-9882-82C4-7345-0FA9D67F5F25}"/>
                  </a:ext>
                </a:extLst>
              </p:cNvPr>
              <p:cNvPicPr>
                <a:picLocks noChangeAspect="1"/>
              </p:cNvPicPr>
              <p:nvPr/>
            </p:nvPicPr>
            <p:blipFill>
              <a:blip>
                <a:extLst>
                  <a:ext uri="{96DAC541-7B7A-43D3-8B79-37D633B846F1}">
                    <asvg:svgBlip xmlns:asvg="http://schemas.microsoft.com/office/drawing/2016/SVG/main" r:embed="rId5"/>
                  </a:ext>
                </a:extLst>
              </a:blip>
              <a:stretch>
                <a:fillRect/>
              </a:stretch>
            </p:blipFill>
            <p:spPr>
              <a:xfrm>
                <a:off x="3515357" y="357260"/>
                <a:ext cx="1720121" cy="1720121"/>
              </a:xfrm>
              <a:prstGeom prst="rect">
                <a:avLst/>
              </a:prstGeom>
            </p:spPr>
          </p:pic>
          <p:grpSp>
            <p:nvGrpSpPr>
              <p:cNvPr id="74" name="Group 73">
                <a:extLst>
                  <a:ext uri="{FF2B5EF4-FFF2-40B4-BE49-F238E27FC236}">
                    <a16:creationId xmlns:a16="http://schemas.microsoft.com/office/drawing/2014/main" id="{1960A173-ACAE-9309-7E94-87669485E840}"/>
                  </a:ext>
                </a:extLst>
              </p:cNvPr>
              <p:cNvGrpSpPr/>
              <p:nvPr/>
            </p:nvGrpSpPr>
            <p:grpSpPr>
              <a:xfrm>
                <a:off x="266700" y="1866900"/>
                <a:ext cx="11782631" cy="265757"/>
                <a:chOff x="266700" y="1866900"/>
                <a:chExt cx="11782631" cy="265757"/>
              </a:xfrm>
            </p:grpSpPr>
            <p:sp>
              <p:nvSpPr>
                <p:cNvPr id="84" name="TextBox 83">
                  <a:extLst>
                    <a:ext uri="{FF2B5EF4-FFF2-40B4-BE49-F238E27FC236}">
                      <a16:creationId xmlns:a16="http://schemas.microsoft.com/office/drawing/2014/main" id="{66D3F32D-79E1-A993-D0A8-AEBC36C7619E}"/>
                    </a:ext>
                  </a:extLst>
                </p:cNvPr>
                <p:cNvSpPr txBox="1"/>
                <p:nvPr/>
              </p:nvSpPr>
              <p:spPr>
                <a:xfrm>
                  <a:off x="266700" y="1866900"/>
                  <a:ext cx="1130300" cy="261610"/>
                </a:xfrm>
                <a:prstGeom prst="rect">
                  <a:avLst/>
                </a:prstGeom>
                <a:noFill/>
              </p:spPr>
              <p:txBody>
                <a:bodyPr wrap="square" rtlCol="0">
                  <a:spAutoFit/>
                </a:bodyPr>
                <a:lstStyle/>
                <a:p>
                  <a:pPr algn="ctr"/>
                  <a:r>
                    <a:rPr lang="en-NO" sz="1100" dirty="0">
                      <a:solidFill>
                        <a:schemeClr val="bg2">
                          <a:lumMod val="50000"/>
                        </a:schemeClr>
                      </a:solidFill>
                    </a:rPr>
                    <a:t>1</a:t>
                  </a:r>
                </a:p>
              </p:txBody>
            </p:sp>
            <p:sp>
              <p:nvSpPr>
                <p:cNvPr id="85" name="TextBox 84">
                  <a:extLst>
                    <a:ext uri="{FF2B5EF4-FFF2-40B4-BE49-F238E27FC236}">
                      <a16:creationId xmlns:a16="http://schemas.microsoft.com/office/drawing/2014/main" id="{A7EFEF66-9A91-4E62-0B75-E090B7F3DBFA}"/>
                    </a:ext>
                  </a:extLst>
                </p:cNvPr>
                <p:cNvSpPr txBox="1"/>
                <p:nvPr/>
              </p:nvSpPr>
              <p:spPr>
                <a:xfrm>
                  <a:off x="1455228" y="1866900"/>
                  <a:ext cx="1130300" cy="261610"/>
                </a:xfrm>
                <a:prstGeom prst="rect">
                  <a:avLst/>
                </a:prstGeom>
                <a:noFill/>
              </p:spPr>
              <p:txBody>
                <a:bodyPr wrap="square" rtlCol="0">
                  <a:spAutoFit/>
                </a:bodyPr>
                <a:lstStyle/>
                <a:p>
                  <a:pPr algn="ctr"/>
                  <a:r>
                    <a:rPr lang="en-NO" sz="1100" dirty="0">
                      <a:solidFill>
                        <a:schemeClr val="bg2">
                          <a:lumMod val="50000"/>
                        </a:schemeClr>
                      </a:solidFill>
                    </a:rPr>
                    <a:t>2</a:t>
                  </a:r>
                </a:p>
              </p:txBody>
            </p:sp>
            <p:sp>
              <p:nvSpPr>
                <p:cNvPr id="86" name="TextBox 85">
                  <a:extLst>
                    <a:ext uri="{FF2B5EF4-FFF2-40B4-BE49-F238E27FC236}">
                      <a16:creationId xmlns:a16="http://schemas.microsoft.com/office/drawing/2014/main" id="{BBBA7448-9456-D562-54CB-DEBCB5780031}"/>
                    </a:ext>
                  </a:extLst>
                </p:cNvPr>
                <p:cNvSpPr txBox="1"/>
                <p:nvPr/>
              </p:nvSpPr>
              <p:spPr>
                <a:xfrm>
                  <a:off x="2642599" y="1871047"/>
                  <a:ext cx="1130300" cy="261610"/>
                </a:xfrm>
                <a:prstGeom prst="rect">
                  <a:avLst/>
                </a:prstGeom>
                <a:noFill/>
              </p:spPr>
              <p:txBody>
                <a:bodyPr wrap="square" rtlCol="0">
                  <a:spAutoFit/>
                </a:bodyPr>
                <a:lstStyle/>
                <a:p>
                  <a:pPr algn="ctr"/>
                  <a:r>
                    <a:rPr lang="en-NO" sz="1100" dirty="0">
                      <a:solidFill>
                        <a:schemeClr val="bg2">
                          <a:lumMod val="50000"/>
                        </a:schemeClr>
                      </a:solidFill>
                    </a:rPr>
                    <a:t>3</a:t>
                  </a:r>
                </a:p>
              </p:txBody>
            </p:sp>
            <p:sp>
              <p:nvSpPr>
                <p:cNvPr id="87" name="TextBox 86">
                  <a:extLst>
                    <a:ext uri="{FF2B5EF4-FFF2-40B4-BE49-F238E27FC236}">
                      <a16:creationId xmlns:a16="http://schemas.microsoft.com/office/drawing/2014/main" id="{AB6C380A-4A3C-A604-BADD-302A2DE4D199}"/>
                    </a:ext>
                  </a:extLst>
                </p:cNvPr>
                <p:cNvSpPr txBox="1"/>
                <p:nvPr/>
              </p:nvSpPr>
              <p:spPr>
                <a:xfrm>
                  <a:off x="3826063" y="1866900"/>
                  <a:ext cx="1130300" cy="261610"/>
                </a:xfrm>
                <a:prstGeom prst="rect">
                  <a:avLst/>
                </a:prstGeom>
                <a:noFill/>
              </p:spPr>
              <p:txBody>
                <a:bodyPr wrap="square" rtlCol="0">
                  <a:spAutoFit/>
                </a:bodyPr>
                <a:lstStyle/>
                <a:p>
                  <a:pPr algn="ctr"/>
                  <a:r>
                    <a:rPr lang="en-NO" sz="1100" dirty="0">
                      <a:solidFill>
                        <a:schemeClr val="bg2">
                          <a:lumMod val="50000"/>
                        </a:schemeClr>
                      </a:solidFill>
                    </a:rPr>
                    <a:t>4</a:t>
                  </a:r>
                </a:p>
              </p:txBody>
            </p:sp>
            <p:sp>
              <p:nvSpPr>
                <p:cNvPr id="88" name="TextBox 87">
                  <a:extLst>
                    <a:ext uri="{FF2B5EF4-FFF2-40B4-BE49-F238E27FC236}">
                      <a16:creationId xmlns:a16="http://schemas.microsoft.com/office/drawing/2014/main" id="{09E4D703-6518-ECBC-BE6D-CA571EFF57F5}"/>
                    </a:ext>
                  </a:extLst>
                </p:cNvPr>
                <p:cNvSpPr txBox="1"/>
                <p:nvPr/>
              </p:nvSpPr>
              <p:spPr>
                <a:xfrm>
                  <a:off x="5001712" y="1866900"/>
                  <a:ext cx="1130300" cy="261610"/>
                </a:xfrm>
                <a:prstGeom prst="rect">
                  <a:avLst/>
                </a:prstGeom>
                <a:noFill/>
              </p:spPr>
              <p:txBody>
                <a:bodyPr wrap="square" rtlCol="0">
                  <a:spAutoFit/>
                </a:bodyPr>
                <a:lstStyle/>
                <a:p>
                  <a:pPr algn="ctr"/>
                  <a:r>
                    <a:rPr lang="en-NO" sz="1100" dirty="0">
                      <a:solidFill>
                        <a:schemeClr val="bg2">
                          <a:lumMod val="50000"/>
                        </a:schemeClr>
                      </a:solidFill>
                    </a:rPr>
                    <a:t>5</a:t>
                  </a:r>
                </a:p>
              </p:txBody>
            </p:sp>
            <p:sp>
              <p:nvSpPr>
                <p:cNvPr id="89" name="TextBox 88">
                  <a:extLst>
                    <a:ext uri="{FF2B5EF4-FFF2-40B4-BE49-F238E27FC236}">
                      <a16:creationId xmlns:a16="http://schemas.microsoft.com/office/drawing/2014/main" id="{F94CC740-E274-B10C-C094-0526B9006BAD}"/>
                    </a:ext>
                  </a:extLst>
                </p:cNvPr>
                <p:cNvSpPr txBox="1"/>
                <p:nvPr/>
              </p:nvSpPr>
              <p:spPr>
                <a:xfrm>
                  <a:off x="6185175" y="1866900"/>
                  <a:ext cx="1130300" cy="261610"/>
                </a:xfrm>
                <a:prstGeom prst="rect">
                  <a:avLst/>
                </a:prstGeom>
                <a:noFill/>
              </p:spPr>
              <p:txBody>
                <a:bodyPr wrap="square" rtlCol="0">
                  <a:spAutoFit/>
                </a:bodyPr>
                <a:lstStyle/>
                <a:p>
                  <a:pPr algn="ctr"/>
                  <a:r>
                    <a:rPr lang="en-NO" sz="1100" dirty="0">
                      <a:solidFill>
                        <a:schemeClr val="bg2">
                          <a:lumMod val="50000"/>
                        </a:schemeClr>
                      </a:solidFill>
                    </a:rPr>
                    <a:t>6</a:t>
                  </a:r>
                </a:p>
              </p:txBody>
            </p:sp>
            <p:sp>
              <p:nvSpPr>
                <p:cNvPr id="90" name="TextBox 89">
                  <a:extLst>
                    <a:ext uri="{FF2B5EF4-FFF2-40B4-BE49-F238E27FC236}">
                      <a16:creationId xmlns:a16="http://schemas.microsoft.com/office/drawing/2014/main" id="{8D0E8DD0-20B3-E08D-3D0D-420F639F0461}"/>
                    </a:ext>
                  </a:extLst>
                </p:cNvPr>
                <p:cNvSpPr txBox="1"/>
                <p:nvPr/>
              </p:nvSpPr>
              <p:spPr>
                <a:xfrm>
                  <a:off x="7368641" y="1866900"/>
                  <a:ext cx="1130300" cy="261610"/>
                </a:xfrm>
                <a:prstGeom prst="rect">
                  <a:avLst/>
                </a:prstGeom>
                <a:noFill/>
              </p:spPr>
              <p:txBody>
                <a:bodyPr wrap="square" rtlCol="0">
                  <a:spAutoFit/>
                </a:bodyPr>
                <a:lstStyle/>
                <a:p>
                  <a:pPr algn="ctr"/>
                  <a:r>
                    <a:rPr lang="en-NO" sz="1100" dirty="0">
                      <a:solidFill>
                        <a:schemeClr val="bg2">
                          <a:lumMod val="50000"/>
                        </a:schemeClr>
                      </a:solidFill>
                    </a:rPr>
                    <a:t>7</a:t>
                  </a:r>
                </a:p>
              </p:txBody>
            </p:sp>
            <p:sp>
              <p:nvSpPr>
                <p:cNvPr id="91" name="TextBox 90">
                  <a:extLst>
                    <a:ext uri="{FF2B5EF4-FFF2-40B4-BE49-F238E27FC236}">
                      <a16:creationId xmlns:a16="http://schemas.microsoft.com/office/drawing/2014/main" id="{D94A0F56-1188-8CA6-61CB-AC2B71FAB829}"/>
                    </a:ext>
                  </a:extLst>
                </p:cNvPr>
                <p:cNvSpPr txBox="1"/>
                <p:nvPr/>
              </p:nvSpPr>
              <p:spPr>
                <a:xfrm>
                  <a:off x="8552103" y="1866900"/>
                  <a:ext cx="1130300" cy="261610"/>
                </a:xfrm>
                <a:prstGeom prst="rect">
                  <a:avLst/>
                </a:prstGeom>
                <a:noFill/>
              </p:spPr>
              <p:txBody>
                <a:bodyPr wrap="square" rtlCol="0">
                  <a:spAutoFit/>
                </a:bodyPr>
                <a:lstStyle/>
                <a:p>
                  <a:pPr algn="ctr"/>
                  <a:r>
                    <a:rPr lang="en-NO" sz="1100" dirty="0">
                      <a:solidFill>
                        <a:schemeClr val="bg2">
                          <a:lumMod val="50000"/>
                        </a:schemeClr>
                      </a:solidFill>
                    </a:rPr>
                    <a:t>8</a:t>
                  </a:r>
                </a:p>
              </p:txBody>
            </p:sp>
            <p:sp>
              <p:nvSpPr>
                <p:cNvPr id="92" name="TextBox 91">
                  <a:extLst>
                    <a:ext uri="{FF2B5EF4-FFF2-40B4-BE49-F238E27FC236}">
                      <a16:creationId xmlns:a16="http://schemas.microsoft.com/office/drawing/2014/main" id="{61E39BC9-96C4-345A-5379-6A9B1C7ED2C6}"/>
                    </a:ext>
                  </a:extLst>
                </p:cNvPr>
                <p:cNvSpPr txBox="1"/>
                <p:nvPr/>
              </p:nvSpPr>
              <p:spPr>
                <a:xfrm>
                  <a:off x="9735567" y="1866900"/>
                  <a:ext cx="1130300" cy="261610"/>
                </a:xfrm>
                <a:prstGeom prst="rect">
                  <a:avLst/>
                </a:prstGeom>
                <a:noFill/>
              </p:spPr>
              <p:txBody>
                <a:bodyPr wrap="square" rtlCol="0">
                  <a:spAutoFit/>
                </a:bodyPr>
                <a:lstStyle/>
                <a:p>
                  <a:pPr algn="ctr"/>
                  <a:r>
                    <a:rPr lang="en-NO" sz="1100" dirty="0">
                      <a:solidFill>
                        <a:schemeClr val="bg2">
                          <a:lumMod val="50000"/>
                        </a:schemeClr>
                      </a:solidFill>
                    </a:rPr>
                    <a:t>9</a:t>
                  </a:r>
                </a:p>
              </p:txBody>
            </p:sp>
            <p:sp>
              <p:nvSpPr>
                <p:cNvPr id="93" name="TextBox 92">
                  <a:extLst>
                    <a:ext uri="{FF2B5EF4-FFF2-40B4-BE49-F238E27FC236}">
                      <a16:creationId xmlns:a16="http://schemas.microsoft.com/office/drawing/2014/main" id="{62281FAE-A304-91E1-6C3E-563BA3DEE203}"/>
                    </a:ext>
                  </a:extLst>
                </p:cNvPr>
                <p:cNvSpPr txBox="1"/>
                <p:nvPr/>
              </p:nvSpPr>
              <p:spPr>
                <a:xfrm>
                  <a:off x="10919031" y="1866900"/>
                  <a:ext cx="1130300" cy="261610"/>
                </a:xfrm>
                <a:prstGeom prst="rect">
                  <a:avLst/>
                </a:prstGeom>
                <a:noFill/>
              </p:spPr>
              <p:txBody>
                <a:bodyPr wrap="square" rtlCol="0">
                  <a:spAutoFit/>
                </a:bodyPr>
                <a:lstStyle/>
                <a:p>
                  <a:pPr algn="ctr"/>
                  <a:r>
                    <a:rPr lang="en-NO" sz="1100" dirty="0">
                      <a:solidFill>
                        <a:schemeClr val="bg2">
                          <a:lumMod val="50000"/>
                        </a:schemeClr>
                      </a:solidFill>
                    </a:rPr>
                    <a:t>10</a:t>
                  </a:r>
                </a:p>
              </p:txBody>
            </p:sp>
          </p:grpSp>
          <p:pic>
            <p:nvPicPr>
              <p:cNvPr id="75" name="Graphic 74" descr="Female Profile with solid fill">
                <a:extLst>
                  <a:ext uri="{FF2B5EF4-FFF2-40B4-BE49-F238E27FC236}">
                    <a16:creationId xmlns:a16="http://schemas.microsoft.com/office/drawing/2014/main" id="{92487E5F-0DC6-E721-0AA1-0ED14754EF3D}"/>
                  </a:ext>
                </a:extLst>
              </p:cNvPr>
              <p:cNvPicPr>
                <a:picLocks noChangeAspect="1"/>
              </p:cNvPicPr>
              <p:nvPr/>
            </p:nvPicPr>
            <p:blipFill>
              <a:blip>
                <a:extLst>
                  <a:ext uri="{96DAC541-7B7A-43D3-8B79-37D633B846F1}">
                    <asvg:svgBlip xmlns:asvg="http://schemas.microsoft.com/office/drawing/2016/SVG/main" r:embed="rId5"/>
                  </a:ext>
                </a:extLst>
              </a:blip>
              <a:stretch>
                <a:fillRect/>
              </a:stretch>
            </p:blipFill>
            <p:spPr>
              <a:xfrm>
                <a:off x="2340007" y="357260"/>
                <a:ext cx="1720121" cy="1720121"/>
              </a:xfrm>
              <a:prstGeom prst="rect">
                <a:avLst/>
              </a:prstGeom>
            </p:spPr>
          </p:pic>
          <p:pic>
            <p:nvPicPr>
              <p:cNvPr id="76" name="Graphic 75" descr="Female Profile with solid fill">
                <a:extLst>
                  <a:ext uri="{FF2B5EF4-FFF2-40B4-BE49-F238E27FC236}">
                    <a16:creationId xmlns:a16="http://schemas.microsoft.com/office/drawing/2014/main" id="{0B7F78C7-2B47-77D8-AF00-189B6BCE388D}"/>
                  </a:ext>
                </a:extLst>
              </p:cNvPr>
              <p:cNvPicPr>
                <a:picLocks noChangeAspect="1"/>
              </p:cNvPicPr>
              <p:nvPr/>
            </p:nvPicPr>
            <p:blipFill>
              <a:blip>
                <a:extLst>
                  <a:ext uri="{96DAC541-7B7A-43D3-8B79-37D633B846F1}">
                    <asvg:svgBlip xmlns:asvg="http://schemas.microsoft.com/office/drawing/2016/SVG/main" r:embed="rId5"/>
                  </a:ext>
                </a:extLst>
              </a:blip>
              <a:stretch>
                <a:fillRect/>
              </a:stretch>
            </p:blipFill>
            <p:spPr>
              <a:xfrm>
                <a:off x="1145662" y="357260"/>
                <a:ext cx="1720121" cy="1720121"/>
              </a:xfrm>
              <a:prstGeom prst="rect">
                <a:avLst/>
              </a:prstGeom>
            </p:spPr>
          </p:pic>
          <p:pic>
            <p:nvPicPr>
              <p:cNvPr id="77" name="Graphic 76" descr="Female Profile with solid fill">
                <a:extLst>
                  <a:ext uri="{FF2B5EF4-FFF2-40B4-BE49-F238E27FC236}">
                    <a16:creationId xmlns:a16="http://schemas.microsoft.com/office/drawing/2014/main" id="{AA9C867C-EA5D-4A49-1F99-AFD201E4F818}"/>
                  </a:ext>
                </a:extLst>
              </p:cNvPr>
              <p:cNvPicPr>
                <a:picLocks noChangeAspect="1"/>
              </p:cNvPicPr>
              <p:nvPr/>
            </p:nvPicPr>
            <p:blipFill>
              <a:blip>
                <a:extLst>
                  <a:ext uri="{96DAC541-7B7A-43D3-8B79-37D633B846F1}">
                    <asvg:svgBlip xmlns:asvg="http://schemas.microsoft.com/office/drawing/2016/SVG/main" r:embed="rId5"/>
                  </a:ext>
                </a:extLst>
              </a:blip>
              <a:stretch>
                <a:fillRect/>
              </a:stretch>
            </p:blipFill>
            <p:spPr>
              <a:xfrm>
                <a:off x="-43336" y="357260"/>
                <a:ext cx="1720121" cy="1720121"/>
              </a:xfrm>
              <a:prstGeom prst="rect">
                <a:avLst/>
              </a:prstGeom>
            </p:spPr>
          </p:pic>
          <p:pic>
            <p:nvPicPr>
              <p:cNvPr id="78" name="Graphic 77" descr="Female Profile with solid fill">
                <a:extLst>
                  <a:ext uri="{FF2B5EF4-FFF2-40B4-BE49-F238E27FC236}">
                    <a16:creationId xmlns:a16="http://schemas.microsoft.com/office/drawing/2014/main" id="{AEDB2C30-A86D-B2A6-2FAE-C9D2F1AF9D43}"/>
                  </a:ext>
                </a:extLst>
              </p:cNvPr>
              <p:cNvPicPr>
                <a:picLocks noChangeAspect="1"/>
              </p:cNvPicPr>
              <p:nvPr/>
            </p:nvPicPr>
            <p:blipFill>
              <a:blip>
                <a:extLst>
                  <a:ext uri="{96DAC541-7B7A-43D3-8B79-37D633B846F1}">
                    <asvg:svgBlip xmlns:asvg="http://schemas.microsoft.com/office/drawing/2016/SVG/main" r:embed="rId6"/>
                  </a:ext>
                </a:extLst>
              </a:blip>
              <a:stretch>
                <a:fillRect/>
              </a:stretch>
            </p:blipFill>
            <p:spPr>
              <a:xfrm>
                <a:off x="5889968" y="357258"/>
                <a:ext cx="1720121" cy="1720121"/>
              </a:xfrm>
              <a:prstGeom prst="rect">
                <a:avLst/>
              </a:prstGeom>
            </p:spPr>
          </p:pic>
          <p:pic>
            <p:nvPicPr>
              <p:cNvPr id="79" name="Graphic 78" descr="Female Profile with solid fill">
                <a:extLst>
                  <a:ext uri="{FF2B5EF4-FFF2-40B4-BE49-F238E27FC236}">
                    <a16:creationId xmlns:a16="http://schemas.microsoft.com/office/drawing/2014/main" id="{3E88C266-58FC-4CEC-CD22-1B0D402CA97D}"/>
                  </a:ext>
                </a:extLst>
              </p:cNvPr>
              <p:cNvPicPr>
                <a:picLocks noChangeAspect="1"/>
              </p:cNvPicPr>
              <p:nvPr/>
            </p:nvPicPr>
            <p:blipFill>
              <a:blip>
                <a:extLst>
                  <a:ext uri="{96DAC541-7B7A-43D3-8B79-37D633B846F1}">
                    <asvg:svgBlip xmlns:asvg="http://schemas.microsoft.com/office/drawing/2016/SVG/main" r:embed="rId7"/>
                  </a:ext>
                </a:extLst>
              </a:blip>
              <a:stretch>
                <a:fillRect/>
              </a:stretch>
            </p:blipFill>
            <p:spPr>
              <a:xfrm>
                <a:off x="4714618" y="357258"/>
                <a:ext cx="1720121" cy="1720121"/>
              </a:xfrm>
              <a:prstGeom prst="rect">
                <a:avLst/>
              </a:prstGeom>
            </p:spPr>
          </p:pic>
          <p:pic>
            <p:nvPicPr>
              <p:cNvPr id="80" name="Graphic 79" descr="Female Profile with solid fill">
                <a:extLst>
                  <a:ext uri="{FF2B5EF4-FFF2-40B4-BE49-F238E27FC236}">
                    <a16:creationId xmlns:a16="http://schemas.microsoft.com/office/drawing/2014/main" id="{1D7B1D10-68D4-0713-7925-A0694B6DF335}"/>
                  </a:ext>
                </a:extLst>
              </p:cNvPr>
              <p:cNvPicPr>
                <a:picLocks noChangeAspect="1"/>
              </p:cNvPicPr>
              <p:nvPr/>
            </p:nvPicPr>
            <p:blipFill>
              <a:blip>
                <a:extLst>
                  <a:ext uri="{96DAC541-7B7A-43D3-8B79-37D633B846F1}">
                    <asvg:svgBlip xmlns:asvg="http://schemas.microsoft.com/office/drawing/2016/SVG/main" r:embed="rId5"/>
                  </a:ext>
                </a:extLst>
              </a:blip>
              <a:stretch>
                <a:fillRect/>
              </a:stretch>
            </p:blipFill>
            <p:spPr>
              <a:xfrm>
                <a:off x="8266339" y="357257"/>
                <a:ext cx="1720121" cy="1720121"/>
              </a:xfrm>
              <a:prstGeom prst="rect">
                <a:avLst/>
              </a:prstGeom>
            </p:spPr>
          </p:pic>
          <p:pic>
            <p:nvPicPr>
              <p:cNvPr id="81" name="Graphic 80" descr="Female Profile with solid fill">
                <a:extLst>
                  <a:ext uri="{FF2B5EF4-FFF2-40B4-BE49-F238E27FC236}">
                    <a16:creationId xmlns:a16="http://schemas.microsoft.com/office/drawing/2014/main" id="{E516D002-F9CE-45C1-C024-79E8DAFD0C78}"/>
                  </a:ext>
                </a:extLst>
              </p:cNvPr>
              <p:cNvPicPr>
                <a:picLocks noChangeAspect="1"/>
              </p:cNvPicPr>
              <p:nvPr/>
            </p:nvPicPr>
            <p:blipFill>
              <a:blip>
                <a:extLst>
                  <a:ext uri="{96DAC541-7B7A-43D3-8B79-37D633B846F1}">
                    <asvg:svgBlip xmlns:asvg="http://schemas.microsoft.com/office/drawing/2016/SVG/main" r:embed="rId5"/>
                  </a:ext>
                </a:extLst>
              </a:blip>
              <a:stretch>
                <a:fillRect/>
              </a:stretch>
            </p:blipFill>
            <p:spPr>
              <a:xfrm>
                <a:off x="7077341" y="357257"/>
                <a:ext cx="1720121" cy="1720121"/>
              </a:xfrm>
              <a:prstGeom prst="rect">
                <a:avLst/>
              </a:prstGeom>
            </p:spPr>
          </p:pic>
          <p:pic>
            <p:nvPicPr>
              <p:cNvPr id="82" name="Graphic 81" descr="Female Profile with solid fill">
                <a:extLst>
                  <a:ext uri="{FF2B5EF4-FFF2-40B4-BE49-F238E27FC236}">
                    <a16:creationId xmlns:a16="http://schemas.microsoft.com/office/drawing/2014/main" id="{73564F55-1A39-AFC4-A91C-88E49B8D07C9}"/>
                  </a:ext>
                </a:extLst>
              </p:cNvPr>
              <p:cNvPicPr>
                <a:picLocks noChangeAspect="1"/>
              </p:cNvPicPr>
              <p:nvPr/>
            </p:nvPicPr>
            <p:blipFill>
              <a:blip>
                <a:extLst>
                  <a:ext uri="{96DAC541-7B7A-43D3-8B79-37D633B846F1}">
                    <asvg:svgBlip xmlns:asvg="http://schemas.microsoft.com/office/drawing/2016/SVG/main" r:embed="rId5"/>
                  </a:ext>
                </a:extLst>
              </a:blip>
              <a:stretch>
                <a:fillRect/>
              </a:stretch>
            </p:blipFill>
            <p:spPr>
              <a:xfrm>
                <a:off x="10640950" y="357256"/>
                <a:ext cx="1720121" cy="1720121"/>
              </a:xfrm>
              <a:prstGeom prst="rect">
                <a:avLst/>
              </a:prstGeom>
            </p:spPr>
          </p:pic>
          <p:pic>
            <p:nvPicPr>
              <p:cNvPr id="83" name="Graphic 82" descr="Female Profile with solid fill">
                <a:extLst>
                  <a:ext uri="{FF2B5EF4-FFF2-40B4-BE49-F238E27FC236}">
                    <a16:creationId xmlns:a16="http://schemas.microsoft.com/office/drawing/2014/main" id="{9A90117D-508E-7CAE-63AB-0E5F8D0506C1}"/>
                  </a:ext>
                </a:extLst>
              </p:cNvPr>
              <p:cNvPicPr>
                <a:picLocks noChangeAspect="1"/>
              </p:cNvPicPr>
              <p:nvPr/>
            </p:nvPicPr>
            <p:blipFill>
              <a:blip>
                <a:extLst>
                  <a:ext uri="{96DAC541-7B7A-43D3-8B79-37D633B846F1}">
                    <asvg:svgBlip xmlns:asvg="http://schemas.microsoft.com/office/drawing/2016/SVG/main" r:embed="rId5"/>
                  </a:ext>
                </a:extLst>
              </a:blip>
              <a:stretch>
                <a:fillRect/>
              </a:stretch>
            </p:blipFill>
            <p:spPr>
              <a:xfrm>
                <a:off x="9451952" y="357256"/>
                <a:ext cx="1720121" cy="1720121"/>
              </a:xfrm>
              <a:prstGeom prst="rect">
                <a:avLst/>
              </a:prstGeom>
            </p:spPr>
          </p:pic>
        </p:grpSp>
      </p:grpSp>
      <p:grpSp>
        <p:nvGrpSpPr>
          <p:cNvPr id="118" name="Group 117">
            <a:extLst>
              <a:ext uri="{FF2B5EF4-FFF2-40B4-BE49-F238E27FC236}">
                <a16:creationId xmlns:a16="http://schemas.microsoft.com/office/drawing/2014/main" id="{989B1F4A-8113-7D96-2844-212BF360396B}"/>
              </a:ext>
            </a:extLst>
          </p:cNvPr>
          <p:cNvGrpSpPr/>
          <p:nvPr/>
        </p:nvGrpSpPr>
        <p:grpSpPr>
          <a:xfrm>
            <a:off x="25795" y="4422493"/>
            <a:ext cx="12444979" cy="1891307"/>
            <a:chOff x="25795" y="4422493"/>
            <a:chExt cx="12444979" cy="1891307"/>
          </a:xfrm>
        </p:grpSpPr>
        <p:sp>
          <p:nvSpPr>
            <p:cNvPr id="117" name="Rounded Rectangle 116">
              <a:extLst>
                <a:ext uri="{FF2B5EF4-FFF2-40B4-BE49-F238E27FC236}">
                  <a16:creationId xmlns:a16="http://schemas.microsoft.com/office/drawing/2014/main" id="{F4B0103E-9890-A3A5-4F35-4E8AC8655D70}"/>
                </a:ext>
              </a:extLst>
            </p:cNvPr>
            <p:cNvSpPr/>
            <p:nvPr/>
          </p:nvSpPr>
          <p:spPr>
            <a:xfrm>
              <a:off x="5070366" y="4483134"/>
              <a:ext cx="2340000" cy="1830666"/>
            </a:xfrm>
            <a:prstGeom prst="roundRect">
              <a:avLst>
                <a:gd name="adj" fmla="val 11754"/>
              </a:avLst>
            </a:prstGeom>
            <a:solidFill>
              <a:schemeClr val="accent2">
                <a:lumMod val="20000"/>
                <a:lumOff val="80000"/>
                <a:alpha val="60000"/>
              </a:schemeClr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NO"/>
            </a:p>
          </p:txBody>
        </p:sp>
        <p:grpSp>
          <p:nvGrpSpPr>
            <p:cNvPr id="94" name="Group 93">
              <a:extLst>
                <a:ext uri="{FF2B5EF4-FFF2-40B4-BE49-F238E27FC236}">
                  <a16:creationId xmlns:a16="http://schemas.microsoft.com/office/drawing/2014/main" id="{DDDD8CF2-3CD8-D282-4E07-7B55C7BAE88D}"/>
                </a:ext>
              </a:extLst>
            </p:cNvPr>
            <p:cNvGrpSpPr/>
            <p:nvPr/>
          </p:nvGrpSpPr>
          <p:grpSpPr>
            <a:xfrm>
              <a:off x="25795" y="4422493"/>
              <a:ext cx="12444979" cy="1780819"/>
              <a:chOff x="-117019" y="4132267"/>
              <a:chExt cx="12444979" cy="1780819"/>
            </a:xfrm>
          </p:grpSpPr>
          <p:grpSp>
            <p:nvGrpSpPr>
              <p:cNvPr id="95" name="Group 94">
                <a:extLst>
                  <a:ext uri="{FF2B5EF4-FFF2-40B4-BE49-F238E27FC236}">
                    <a16:creationId xmlns:a16="http://schemas.microsoft.com/office/drawing/2014/main" id="{6A741D62-B5A2-DE0C-FB5B-749D547AAE44}"/>
                  </a:ext>
                </a:extLst>
              </p:cNvPr>
              <p:cNvGrpSpPr/>
              <p:nvPr/>
            </p:nvGrpSpPr>
            <p:grpSpPr>
              <a:xfrm>
                <a:off x="204107" y="5647329"/>
                <a:ext cx="11782631" cy="265757"/>
                <a:chOff x="266700" y="1866900"/>
                <a:chExt cx="11782631" cy="265757"/>
              </a:xfrm>
            </p:grpSpPr>
            <p:sp>
              <p:nvSpPr>
                <p:cNvPr id="106" name="TextBox 105">
                  <a:extLst>
                    <a:ext uri="{FF2B5EF4-FFF2-40B4-BE49-F238E27FC236}">
                      <a16:creationId xmlns:a16="http://schemas.microsoft.com/office/drawing/2014/main" id="{54D8A1A1-7E70-8A40-4503-79BB287AC727}"/>
                    </a:ext>
                  </a:extLst>
                </p:cNvPr>
                <p:cNvSpPr txBox="1"/>
                <p:nvPr/>
              </p:nvSpPr>
              <p:spPr>
                <a:xfrm>
                  <a:off x="266700" y="1866900"/>
                  <a:ext cx="1130300" cy="261610"/>
                </a:xfrm>
                <a:prstGeom prst="rect">
                  <a:avLst/>
                </a:prstGeom>
                <a:noFill/>
              </p:spPr>
              <p:txBody>
                <a:bodyPr wrap="square" rtlCol="0">
                  <a:spAutoFit/>
                </a:bodyPr>
                <a:lstStyle/>
                <a:p>
                  <a:pPr algn="ctr"/>
                  <a:r>
                    <a:rPr lang="en-NO" sz="1100" dirty="0">
                      <a:solidFill>
                        <a:schemeClr val="bg2">
                          <a:lumMod val="50000"/>
                        </a:schemeClr>
                      </a:solidFill>
                    </a:rPr>
                    <a:t>1</a:t>
                  </a:r>
                </a:p>
              </p:txBody>
            </p:sp>
            <p:sp>
              <p:nvSpPr>
                <p:cNvPr id="107" name="TextBox 106">
                  <a:extLst>
                    <a:ext uri="{FF2B5EF4-FFF2-40B4-BE49-F238E27FC236}">
                      <a16:creationId xmlns:a16="http://schemas.microsoft.com/office/drawing/2014/main" id="{B3805ABF-8E3F-D7AC-36AD-99277C462062}"/>
                    </a:ext>
                  </a:extLst>
                </p:cNvPr>
                <p:cNvSpPr txBox="1"/>
                <p:nvPr/>
              </p:nvSpPr>
              <p:spPr>
                <a:xfrm>
                  <a:off x="1455228" y="1866900"/>
                  <a:ext cx="1130300" cy="261610"/>
                </a:xfrm>
                <a:prstGeom prst="rect">
                  <a:avLst/>
                </a:prstGeom>
                <a:noFill/>
              </p:spPr>
              <p:txBody>
                <a:bodyPr wrap="square" rtlCol="0">
                  <a:spAutoFit/>
                </a:bodyPr>
                <a:lstStyle/>
                <a:p>
                  <a:pPr algn="ctr"/>
                  <a:r>
                    <a:rPr lang="en-NO" sz="1100" dirty="0">
                      <a:solidFill>
                        <a:schemeClr val="bg2">
                          <a:lumMod val="50000"/>
                        </a:schemeClr>
                      </a:solidFill>
                    </a:rPr>
                    <a:t>2</a:t>
                  </a:r>
                </a:p>
              </p:txBody>
            </p:sp>
            <p:sp>
              <p:nvSpPr>
                <p:cNvPr id="108" name="TextBox 107">
                  <a:extLst>
                    <a:ext uri="{FF2B5EF4-FFF2-40B4-BE49-F238E27FC236}">
                      <a16:creationId xmlns:a16="http://schemas.microsoft.com/office/drawing/2014/main" id="{60D02C2F-D607-096E-1788-2ECB23627ACA}"/>
                    </a:ext>
                  </a:extLst>
                </p:cNvPr>
                <p:cNvSpPr txBox="1"/>
                <p:nvPr/>
              </p:nvSpPr>
              <p:spPr>
                <a:xfrm>
                  <a:off x="2642599" y="1871047"/>
                  <a:ext cx="1130300" cy="261610"/>
                </a:xfrm>
                <a:prstGeom prst="rect">
                  <a:avLst/>
                </a:prstGeom>
                <a:noFill/>
              </p:spPr>
              <p:txBody>
                <a:bodyPr wrap="square" rtlCol="0">
                  <a:spAutoFit/>
                </a:bodyPr>
                <a:lstStyle/>
                <a:p>
                  <a:pPr algn="ctr"/>
                  <a:r>
                    <a:rPr lang="en-NO" sz="1100" dirty="0">
                      <a:solidFill>
                        <a:schemeClr val="bg2">
                          <a:lumMod val="50000"/>
                        </a:schemeClr>
                      </a:solidFill>
                    </a:rPr>
                    <a:t>3</a:t>
                  </a:r>
                </a:p>
              </p:txBody>
            </p:sp>
            <p:sp>
              <p:nvSpPr>
                <p:cNvPr id="109" name="TextBox 108">
                  <a:extLst>
                    <a:ext uri="{FF2B5EF4-FFF2-40B4-BE49-F238E27FC236}">
                      <a16:creationId xmlns:a16="http://schemas.microsoft.com/office/drawing/2014/main" id="{1D30A3A9-DB91-5FA1-EE8B-4174E3064390}"/>
                    </a:ext>
                  </a:extLst>
                </p:cNvPr>
                <p:cNvSpPr txBox="1"/>
                <p:nvPr/>
              </p:nvSpPr>
              <p:spPr>
                <a:xfrm>
                  <a:off x="3826063" y="1866900"/>
                  <a:ext cx="1130300" cy="261610"/>
                </a:xfrm>
                <a:prstGeom prst="rect">
                  <a:avLst/>
                </a:prstGeom>
                <a:noFill/>
              </p:spPr>
              <p:txBody>
                <a:bodyPr wrap="square" rtlCol="0">
                  <a:spAutoFit/>
                </a:bodyPr>
                <a:lstStyle/>
                <a:p>
                  <a:pPr algn="ctr"/>
                  <a:r>
                    <a:rPr lang="en-NO" sz="1100" dirty="0">
                      <a:solidFill>
                        <a:schemeClr val="bg2">
                          <a:lumMod val="50000"/>
                        </a:schemeClr>
                      </a:solidFill>
                    </a:rPr>
                    <a:t>4</a:t>
                  </a:r>
                </a:p>
              </p:txBody>
            </p:sp>
            <p:sp>
              <p:nvSpPr>
                <p:cNvPr id="110" name="TextBox 109">
                  <a:extLst>
                    <a:ext uri="{FF2B5EF4-FFF2-40B4-BE49-F238E27FC236}">
                      <a16:creationId xmlns:a16="http://schemas.microsoft.com/office/drawing/2014/main" id="{000B9B9A-7120-03AB-D95D-F5DBB9E6F9B4}"/>
                    </a:ext>
                  </a:extLst>
                </p:cNvPr>
                <p:cNvSpPr txBox="1"/>
                <p:nvPr/>
              </p:nvSpPr>
              <p:spPr>
                <a:xfrm>
                  <a:off x="5001712" y="1866900"/>
                  <a:ext cx="1130300" cy="261610"/>
                </a:xfrm>
                <a:prstGeom prst="rect">
                  <a:avLst/>
                </a:prstGeom>
                <a:noFill/>
              </p:spPr>
              <p:txBody>
                <a:bodyPr wrap="square" rtlCol="0">
                  <a:spAutoFit/>
                </a:bodyPr>
                <a:lstStyle/>
                <a:p>
                  <a:pPr algn="ctr"/>
                  <a:r>
                    <a:rPr lang="en-NO" sz="1100" dirty="0">
                      <a:solidFill>
                        <a:schemeClr val="bg2">
                          <a:lumMod val="50000"/>
                        </a:schemeClr>
                      </a:solidFill>
                    </a:rPr>
                    <a:t>5</a:t>
                  </a:r>
                </a:p>
              </p:txBody>
            </p:sp>
            <p:sp>
              <p:nvSpPr>
                <p:cNvPr id="111" name="TextBox 110">
                  <a:extLst>
                    <a:ext uri="{FF2B5EF4-FFF2-40B4-BE49-F238E27FC236}">
                      <a16:creationId xmlns:a16="http://schemas.microsoft.com/office/drawing/2014/main" id="{3BB170FA-E6AA-055C-EB39-E1D644251F8B}"/>
                    </a:ext>
                  </a:extLst>
                </p:cNvPr>
                <p:cNvSpPr txBox="1"/>
                <p:nvPr/>
              </p:nvSpPr>
              <p:spPr>
                <a:xfrm>
                  <a:off x="6185175" y="1866900"/>
                  <a:ext cx="1130300" cy="261610"/>
                </a:xfrm>
                <a:prstGeom prst="rect">
                  <a:avLst/>
                </a:prstGeom>
                <a:noFill/>
              </p:spPr>
              <p:txBody>
                <a:bodyPr wrap="square" rtlCol="0">
                  <a:spAutoFit/>
                </a:bodyPr>
                <a:lstStyle/>
                <a:p>
                  <a:pPr algn="ctr"/>
                  <a:r>
                    <a:rPr lang="en-NO" sz="1100" dirty="0">
                      <a:solidFill>
                        <a:schemeClr val="bg2">
                          <a:lumMod val="50000"/>
                        </a:schemeClr>
                      </a:solidFill>
                    </a:rPr>
                    <a:t>6</a:t>
                  </a:r>
                </a:p>
              </p:txBody>
            </p:sp>
            <p:sp>
              <p:nvSpPr>
                <p:cNvPr id="112" name="TextBox 111">
                  <a:extLst>
                    <a:ext uri="{FF2B5EF4-FFF2-40B4-BE49-F238E27FC236}">
                      <a16:creationId xmlns:a16="http://schemas.microsoft.com/office/drawing/2014/main" id="{5C000630-9081-7E97-E0C3-40F25DFA133C}"/>
                    </a:ext>
                  </a:extLst>
                </p:cNvPr>
                <p:cNvSpPr txBox="1"/>
                <p:nvPr/>
              </p:nvSpPr>
              <p:spPr>
                <a:xfrm>
                  <a:off x="7368641" y="1866900"/>
                  <a:ext cx="1130300" cy="261610"/>
                </a:xfrm>
                <a:prstGeom prst="rect">
                  <a:avLst/>
                </a:prstGeom>
                <a:noFill/>
              </p:spPr>
              <p:txBody>
                <a:bodyPr wrap="square" rtlCol="0">
                  <a:spAutoFit/>
                </a:bodyPr>
                <a:lstStyle/>
                <a:p>
                  <a:pPr algn="ctr"/>
                  <a:r>
                    <a:rPr lang="en-NO" sz="1100" dirty="0">
                      <a:solidFill>
                        <a:schemeClr val="bg2">
                          <a:lumMod val="50000"/>
                        </a:schemeClr>
                      </a:solidFill>
                    </a:rPr>
                    <a:t>7</a:t>
                  </a:r>
                </a:p>
              </p:txBody>
            </p:sp>
            <p:sp>
              <p:nvSpPr>
                <p:cNvPr id="113" name="TextBox 112">
                  <a:extLst>
                    <a:ext uri="{FF2B5EF4-FFF2-40B4-BE49-F238E27FC236}">
                      <a16:creationId xmlns:a16="http://schemas.microsoft.com/office/drawing/2014/main" id="{10B51159-9CD2-E03D-834A-6BEE7E1ADD49}"/>
                    </a:ext>
                  </a:extLst>
                </p:cNvPr>
                <p:cNvSpPr txBox="1"/>
                <p:nvPr/>
              </p:nvSpPr>
              <p:spPr>
                <a:xfrm>
                  <a:off x="8552103" y="1866900"/>
                  <a:ext cx="1130300" cy="261610"/>
                </a:xfrm>
                <a:prstGeom prst="rect">
                  <a:avLst/>
                </a:prstGeom>
                <a:noFill/>
              </p:spPr>
              <p:txBody>
                <a:bodyPr wrap="square" rtlCol="0">
                  <a:spAutoFit/>
                </a:bodyPr>
                <a:lstStyle/>
                <a:p>
                  <a:pPr algn="ctr"/>
                  <a:r>
                    <a:rPr lang="en-NO" sz="1100" dirty="0">
                      <a:solidFill>
                        <a:schemeClr val="bg2">
                          <a:lumMod val="50000"/>
                        </a:schemeClr>
                      </a:solidFill>
                    </a:rPr>
                    <a:t>8</a:t>
                  </a:r>
                </a:p>
              </p:txBody>
            </p:sp>
            <p:sp>
              <p:nvSpPr>
                <p:cNvPr id="114" name="TextBox 113">
                  <a:extLst>
                    <a:ext uri="{FF2B5EF4-FFF2-40B4-BE49-F238E27FC236}">
                      <a16:creationId xmlns:a16="http://schemas.microsoft.com/office/drawing/2014/main" id="{751B7C6D-E1B6-9202-B04B-B7A942F09680}"/>
                    </a:ext>
                  </a:extLst>
                </p:cNvPr>
                <p:cNvSpPr txBox="1"/>
                <p:nvPr/>
              </p:nvSpPr>
              <p:spPr>
                <a:xfrm>
                  <a:off x="9735567" y="1866900"/>
                  <a:ext cx="1130300" cy="261610"/>
                </a:xfrm>
                <a:prstGeom prst="rect">
                  <a:avLst/>
                </a:prstGeom>
                <a:noFill/>
              </p:spPr>
              <p:txBody>
                <a:bodyPr wrap="square" rtlCol="0">
                  <a:spAutoFit/>
                </a:bodyPr>
                <a:lstStyle/>
                <a:p>
                  <a:pPr algn="ctr"/>
                  <a:r>
                    <a:rPr lang="en-NO" sz="1100" dirty="0">
                      <a:solidFill>
                        <a:schemeClr val="bg2">
                          <a:lumMod val="50000"/>
                        </a:schemeClr>
                      </a:solidFill>
                    </a:rPr>
                    <a:t>9</a:t>
                  </a:r>
                </a:p>
              </p:txBody>
            </p:sp>
            <p:sp>
              <p:nvSpPr>
                <p:cNvPr id="115" name="TextBox 114">
                  <a:extLst>
                    <a:ext uri="{FF2B5EF4-FFF2-40B4-BE49-F238E27FC236}">
                      <a16:creationId xmlns:a16="http://schemas.microsoft.com/office/drawing/2014/main" id="{07697D11-1921-1780-876D-A5B724458CC3}"/>
                    </a:ext>
                  </a:extLst>
                </p:cNvPr>
                <p:cNvSpPr txBox="1"/>
                <p:nvPr/>
              </p:nvSpPr>
              <p:spPr>
                <a:xfrm>
                  <a:off x="10919031" y="1866900"/>
                  <a:ext cx="1130300" cy="261610"/>
                </a:xfrm>
                <a:prstGeom prst="rect">
                  <a:avLst/>
                </a:prstGeom>
                <a:noFill/>
              </p:spPr>
              <p:txBody>
                <a:bodyPr wrap="square" rtlCol="0">
                  <a:spAutoFit/>
                </a:bodyPr>
                <a:lstStyle/>
                <a:p>
                  <a:pPr algn="ctr"/>
                  <a:r>
                    <a:rPr lang="en-NO" sz="1100" dirty="0">
                      <a:solidFill>
                        <a:schemeClr val="bg2">
                          <a:lumMod val="50000"/>
                        </a:schemeClr>
                      </a:solidFill>
                    </a:rPr>
                    <a:t>10</a:t>
                  </a:r>
                </a:p>
              </p:txBody>
            </p:sp>
          </p:grpSp>
          <p:pic>
            <p:nvPicPr>
              <p:cNvPr id="96" name="Graphic 95" descr="User with solid fill">
                <a:extLst>
                  <a:ext uri="{FF2B5EF4-FFF2-40B4-BE49-F238E27FC236}">
                    <a16:creationId xmlns:a16="http://schemas.microsoft.com/office/drawing/2014/main" id="{EA55861D-81B0-D17F-18AE-22D5442DE6F8}"/>
                  </a:ext>
                </a:extLst>
              </p:cNvPr>
              <p:cNvPicPr>
                <a:picLocks noChangeAspect="1"/>
              </p:cNvPicPr>
              <p:nvPr/>
            </p:nvPicPr>
            <p:blipFill>
              <a:blip>
                <a:extLst>
                  <a:ext uri="{96DAC541-7B7A-43D3-8B79-37D633B846F1}">
                    <asvg:svgBlip xmlns:asvg="http://schemas.microsoft.com/office/drawing/2016/SVG/main" r:embed="rId8"/>
                  </a:ext>
                </a:extLst>
              </a:blip>
              <a:stretch>
                <a:fillRect/>
              </a:stretch>
            </p:blipFill>
            <p:spPr>
              <a:xfrm>
                <a:off x="4643869" y="4133608"/>
                <a:ext cx="1720800" cy="1720800"/>
              </a:xfrm>
              <a:prstGeom prst="rect">
                <a:avLst/>
              </a:prstGeom>
            </p:spPr>
          </p:pic>
          <p:pic>
            <p:nvPicPr>
              <p:cNvPr id="97" name="Graphic 96" descr="User with solid fill">
                <a:extLst>
                  <a:ext uri="{FF2B5EF4-FFF2-40B4-BE49-F238E27FC236}">
                    <a16:creationId xmlns:a16="http://schemas.microsoft.com/office/drawing/2014/main" id="{CDE9F0AA-7E3F-DD7A-BD12-D67A8F4A0C99}"/>
                  </a:ext>
                </a:extLst>
              </p:cNvPr>
              <p:cNvPicPr>
                <a:picLocks noChangeAspect="1"/>
              </p:cNvPicPr>
              <p:nvPr/>
            </p:nvPicPr>
            <p:blipFill>
              <a:blip>
                <a:extLst>
                  <a:ext uri="{96DAC541-7B7A-43D3-8B79-37D633B846F1}">
                    <asvg:svgBlip xmlns:asvg="http://schemas.microsoft.com/office/drawing/2016/SVG/main" r:embed="rId9"/>
                  </a:ext>
                </a:extLst>
              </a:blip>
              <a:stretch>
                <a:fillRect/>
              </a:stretch>
            </p:blipFill>
            <p:spPr>
              <a:xfrm>
                <a:off x="3446415" y="4133547"/>
                <a:ext cx="1720800" cy="1720800"/>
              </a:xfrm>
              <a:prstGeom prst="rect">
                <a:avLst/>
              </a:prstGeom>
            </p:spPr>
          </p:pic>
          <p:pic>
            <p:nvPicPr>
              <p:cNvPr id="98" name="Graphic 97" descr="User with solid fill">
                <a:extLst>
                  <a:ext uri="{FF2B5EF4-FFF2-40B4-BE49-F238E27FC236}">
                    <a16:creationId xmlns:a16="http://schemas.microsoft.com/office/drawing/2014/main" id="{32A72C76-921F-2900-0314-8AA4E2943F80}"/>
                  </a:ext>
                </a:extLst>
              </p:cNvPr>
              <p:cNvPicPr>
                <a:picLocks noChangeAspect="1"/>
              </p:cNvPicPr>
              <p:nvPr/>
            </p:nvPicPr>
            <p:blipFill>
              <a:blip>
                <a:extLst>
                  <a:ext uri="{96DAC541-7B7A-43D3-8B79-37D633B846F1}">
                    <asvg:svgBlip xmlns:asvg="http://schemas.microsoft.com/office/drawing/2016/SVG/main" r:embed="rId9"/>
                  </a:ext>
                </a:extLst>
              </a:blip>
              <a:stretch>
                <a:fillRect/>
              </a:stretch>
            </p:blipFill>
            <p:spPr>
              <a:xfrm>
                <a:off x="2266167" y="4132267"/>
                <a:ext cx="1720800" cy="1720800"/>
              </a:xfrm>
              <a:prstGeom prst="rect">
                <a:avLst/>
              </a:prstGeom>
            </p:spPr>
          </p:pic>
          <p:pic>
            <p:nvPicPr>
              <p:cNvPr id="99" name="Graphic 98" descr="User with solid fill">
                <a:extLst>
                  <a:ext uri="{FF2B5EF4-FFF2-40B4-BE49-F238E27FC236}">
                    <a16:creationId xmlns:a16="http://schemas.microsoft.com/office/drawing/2014/main" id="{BFC03725-7CFF-DBD7-A4BB-EC9EA2C8E5C5}"/>
                  </a:ext>
                </a:extLst>
              </p:cNvPr>
              <p:cNvPicPr>
                <a:picLocks noChangeAspect="1"/>
              </p:cNvPicPr>
              <p:nvPr/>
            </p:nvPicPr>
            <p:blipFill>
              <a:blip>
                <a:extLst>
                  <a:ext uri="{96DAC541-7B7A-43D3-8B79-37D633B846F1}">
                    <asvg:svgBlip xmlns:asvg="http://schemas.microsoft.com/office/drawing/2016/SVG/main" r:embed="rId9"/>
                  </a:ext>
                </a:extLst>
              </a:blip>
              <a:stretch>
                <a:fillRect/>
              </a:stretch>
            </p:blipFill>
            <p:spPr>
              <a:xfrm>
                <a:off x="1072795" y="4133608"/>
                <a:ext cx="1720800" cy="1720800"/>
              </a:xfrm>
              <a:prstGeom prst="rect">
                <a:avLst/>
              </a:prstGeom>
            </p:spPr>
          </p:pic>
          <p:pic>
            <p:nvPicPr>
              <p:cNvPr id="100" name="Graphic 99" descr="User with solid fill">
                <a:extLst>
                  <a:ext uri="{FF2B5EF4-FFF2-40B4-BE49-F238E27FC236}">
                    <a16:creationId xmlns:a16="http://schemas.microsoft.com/office/drawing/2014/main" id="{3711491E-5FFE-4DFF-7AD2-408503F7E408}"/>
                  </a:ext>
                </a:extLst>
              </p:cNvPr>
              <p:cNvPicPr>
                <a:picLocks noChangeAspect="1"/>
              </p:cNvPicPr>
              <p:nvPr/>
            </p:nvPicPr>
            <p:blipFill>
              <a:blip>
                <a:extLst>
                  <a:ext uri="{96DAC541-7B7A-43D3-8B79-37D633B846F1}">
                    <asvg:svgBlip xmlns:asvg="http://schemas.microsoft.com/office/drawing/2016/SVG/main" r:embed="rId9"/>
                  </a:ext>
                </a:extLst>
              </a:blip>
              <a:stretch>
                <a:fillRect/>
              </a:stretch>
            </p:blipFill>
            <p:spPr>
              <a:xfrm>
                <a:off x="-117019" y="4133547"/>
                <a:ext cx="1720800" cy="1720800"/>
              </a:xfrm>
              <a:prstGeom prst="rect">
                <a:avLst/>
              </a:prstGeom>
            </p:spPr>
          </p:pic>
          <p:pic>
            <p:nvPicPr>
              <p:cNvPr id="101" name="Graphic 100" descr="User with solid fill">
                <a:extLst>
                  <a:ext uri="{FF2B5EF4-FFF2-40B4-BE49-F238E27FC236}">
                    <a16:creationId xmlns:a16="http://schemas.microsoft.com/office/drawing/2014/main" id="{7A83E1C8-0C78-96CF-4EE2-0DD5BC457358}"/>
                  </a:ext>
                </a:extLst>
              </p:cNvPr>
              <p:cNvPicPr>
                <a:picLocks noChangeAspect="1"/>
              </p:cNvPicPr>
              <p:nvPr/>
            </p:nvPicPr>
            <p:blipFill>
              <a:blip>
                <a:extLst>
                  <a:ext uri="{96DAC541-7B7A-43D3-8B79-37D633B846F1}">
                    <asvg:svgBlip xmlns:asvg="http://schemas.microsoft.com/office/drawing/2016/SVG/main" r:embed="rId9"/>
                  </a:ext>
                </a:extLst>
              </a:blip>
              <a:stretch>
                <a:fillRect/>
              </a:stretch>
            </p:blipFill>
            <p:spPr>
              <a:xfrm>
                <a:off x="10607160" y="4137690"/>
                <a:ext cx="1720800" cy="1720800"/>
              </a:xfrm>
              <a:prstGeom prst="rect">
                <a:avLst/>
              </a:prstGeom>
            </p:spPr>
          </p:pic>
          <p:pic>
            <p:nvPicPr>
              <p:cNvPr id="102" name="Graphic 101" descr="User with solid fill">
                <a:extLst>
                  <a:ext uri="{FF2B5EF4-FFF2-40B4-BE49-F238E27FC236}">
                    <a16:creationId xmlns:a16="http://schemas.microsoft.com/office/drawing/2014/main" id="{A5640569-9AA5-3716-ED3F-9D3D0851BDA3}"/>
                  </a:ext>
                </a:extLst>
              </p:cNvPr>
              <p:cNvPicPr>
                <a:picLocks noChangeAspect="1"/>
              </p:cNvPicPr>
              <p:nvPr/>
            </p:nvPicPr>
            <p:blipFill>
              <a:blip>
                <a:extLst>
                  <a:ext uri="{96DAC541-7B7A-43D3-8B79-37D633B846F1}">
                    <asvg:svgBlip xmlns:asvg="http://schemas.microsoft.com/office/drawing/2016/SVG/main" r:embed="rId9"/>
                  </a:ext>
                </a:extLst>
              </a:blip>
              <a:stretch>
                <a:fillRect/>
              </a:stretch>
            </p:blipFill>
            <p:spPr>
              <a:xfrm>
                <a:off x="9409706" y="4133547"/>
                <a:ext cx="1720800" cy="1720800"/>
              </a:xfrm>
              <a:prstGeom prst="rect">
                <a:avLst/>
              </a:prstGeom>
            </p:spPr>
          </p:pic>
          <p:pic>
            <p:nvPicPr>
              <p:cNvPr id="103" name="Graphic 102" descr="User with solid fill">
                <a:extLst>
                  <a:ext uri="{FF2B5EF4-FFF2-40B4-BE49-F238E27FC236}">
                    <a16:creationId xmlns:a16="http://schemas.microsoft.com/office/drawing/2014/main" id="{3AF85C16-1D0D-163E-3646-0DFC38CD0A0D}"/>
                  </a:ext>
                </a:extLst>
              </p:cNvPr>
              <p:cNvPicPr>
                <a:picLocks noChangeAspect="1"/>
              </p:cNvPicPr>
              <p:nvPr/>
            </p:nvPicPr>
            <p:blipFill>
              <a:blip>
                <a:extLst>
                  <a:ext uri="{96DAC541-7B7A-43D3-8B79-37D633B846F1}">
                    <asvg:svgBlip xmlns:asvg="http://schemas.microsoft.com/office/drawing/2016/SVG/main" r:embed="rId9"/>
                  </a:ext>
                </a:extLst>
              </a:blip>
              <a:stretch>
                <a:fillRect/>
              </a:stretch>
            </p:blipFill>
            <p:spPr>
              <a:xfrm>
                <a:off x="8233540" y="4137629"/>
                <a:ext cx="1720800" cy="1720800"/>
              </a:xfrm>
              <a:prstGeom prst="rect">
                <a:avLst/>
              </a:prstGeom>
            </p:spPr>
          </p:pic>
          <p:pic>
            <p:nvPicPr>
              <p:cNvPr id="104" name="Graphic 103" descr="User with solid fill">
                <a:extLst>
                  <a:ext uri="{FF2B5EF4-FFF2-40B4-BE49-F238E27FC236}">
                    <a16:creationId xmlns:a16="http://schemas.microsoft.com/office/drawing/2014/main" id="{E42CB369-AC04-E7FB-1109-EEF36C3B540A}"/>
                  </a:ext>
                </a:extLst>
              </p:cNvPr>
              <p:cNvPicPr>
                <a:picLocks noChangeAspect="1"/>
              </p:cNvPicPr>
              <p:nvPr/>
            </p:nvPicPr>
            <p:blipFill>
              <a:blip>
                <a:extLst>
                  <a:ext uri="{96DAC541-7B7A-43D3-8B79-37D633B846F1}">
                    <asvg:svgBlip xmlns:asvg="http://schemas.microsoft.com/office/drawing/2016/SVG/main" r:embed="rId9"/>
                  </a:ext>
                </a:extLst>
              </a:blip>
              <a:stretch>
                <a:fillRect/>
              </a:stretch>
            </p:blipFill>
            <p:spPr>
              <a:xfrm>
                <a:off x="7036086" y="4137690"/>
                <a:ext cx="1720800" cy="1720800"/>
              </a:xfrm>
              <a:prstGeom prst="rect">
                <a:avLst/>
              </a:prstGeom>
            </p:spPr>
          </p:pic>
          <p:pic>
            <p:nvPicPr>
              <p:cNvPr id="105" name="Graphic 104" descr="User with solid fill">
                <a:extLst>
                  <a:ext uri="{FF2B5EF4-FFF2-40B4-BE49-F238E27FC236}">
                    <a16:creationId xmlns:a16="http://schemas.microsoft.com/office/drawing/2014/main" id="{76A353AD-F029-9793-1CE5-56DAAAE152E3}"/>
                  </a:ext>
                </a:extLst>
              </p:cNvPr>
              <p:cNvPicPr>
                <a:picLocks noChangeAspect="1"/>
              </p:cNvPicPr>
              <p:nvPr/>
            </p:nvPicPr>
            <p:blipFill>
              <a:blip>
                <a:extLst>
                  <a:ext uri="{96DAC541-7B7A-43D3-8B79-37D633B846F1}">
                    <asvg:svgBlip xmlns:asvg="http://schemas.microsoft.com/office/drawing/2016/SVG/main" r:embed="rId10"/>
                  </a:ext>
                </a:extLst>
              </a:blip>
              <a:stretch>
                <a:fillRect/>
              </a:stretch>
            </p:blipFill>
            <p:spPr>
              <a:xfrm>
                <a:off x="5846272" y="4132267"/>
                <a:ext cx="1720800" cy="1720800"/>
              </a:xfrm>
              <a:prstGeom prst="rect">
                <a:avLst/>
              </a:prstGeom>
            </p:spPr>
          </p:pic>
        </p:grpSp>
      </p:grpSp>
    </p:spTree>
    <p:extLst>
      <p:ext uri="{BB962C8B-B14F-4D97-AF65-F5344CB8AC3E}">
        <p14:creationId xmlns:p14="http://schemas.microsoft.com/office/powerpoint/2010/main" val="2912283226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C6432D19-ED5A-0F11-9F9D-F70B31F1D9D2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5" name="Group 4">
            <a:extLst>
              <a:ext uri="{FF2B5EF4-FFF2-40B4-BE49-F238E27FC236}">
                <a16:creationId xmlns:a16="http://schemas.microsoft.com/office/drawing/2014/main" id="{EFE33E81-0734-6947-4FE6-9272095C89A8}"/>
              </a:ext>
            </a:extLst>
          </p:cNvPr>
          <p:cNvGrpSpPr/>
          <p:nvPr/>
        </p:nvGrpSpPr>
        <p:grpSpPr>
          <a:xfrm>
            <a:off x="0" y="2513667"/>
            <a:ext cx="12371296" cy="1830666"/>
            <a:chOff x="0" y="2949948"/>
            <a:chExt cx="12371296" cy="1830666"/>
          </a:xfrm>
        </p:grpSpPr>
        <p:sp>
          <p:nvSpPr>
            <p:cNvPr id="4" name="Rounded Rectangle 3">
              <a:extLst>
                <a:ext uri="{FF2B5EF4-FFF2-40B4-BE49-F238E27FC236}">
                  <a16:creationId xmlns:a16="http://schemas.microsoft.com/office/drawing/2014/main" id="{71E05C19-2AE4-FEA9-293B-DB3A3258B9A7}"/>
                </a:ext>
              </a:extLst>
            </p:cNvPr>
            <p:cNvSpPr/>
            <p:nvPr/>
          </p:nvSpPr>
          <p:spPr>
            <a:xfrm>
              <a:off x="8563660" y="2949948"/>
              <a:ext cx="2340000" cy="1830666"/>
            </a:xfrm>
            <a:prstGeom prst="roundRect">
              <a:avLst>
                <a:gd name="adj" fmla="val 11754"/>
              </a:avLst>
            </a:prstGeom>
            <a:solidFill>
              <a:schemeClr val="accent4">
                <a:lumMod val="20000"/>
                <a:lumOff val="80000"/>
                <a:alpha val="60000"/>
              </a:schemeClr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NO"/>
            </a:p>
          </p:txBody>
        </p:sp>
        <p:grpSp>
          <p:nvGrpSpPr>
            <p:cNvPr id="38" name="Group 37">
              <a:extLst>
                <a:ext uri="{FF2B5EF4-FFF2-40B4-BE49-F238E27FC236}">
                  <a16:creationId xmlns:a16="http://schemas.microsoft.com/office/drawing/2014/main" id="{4F39EB4F-5228-1CE5-0E59-5E185594D74E}"/>
                </a:ext>
              </a:extLst>
            </p:cNvPr>
            <p:cNvGrpSpPr/>
            <p:nvPr/>
          </p:nvGrpSpPr>
          <p:grpSpPr>
            <a:xfrm>
              <a:off x="0" y="2949948"/>
              <a:ext cx="12371296" cy="1775396"/>
              <a:chOff x="-27055" y="357261"/>
              <a:chExt cx="12371296" cy="1775396"/>
            </a:xfrm>
          </p:grpSpPr>
          <p:pic>
            <p:nvPicPr>
              <p:cNvPr id="39" name="Graphic 38" descr="Male profile with solid fill">
                <a:extLst>
                  <a:ext uri="{FF2B5EF4-FFF2-40B4-BE49-F238E27FC236}">
                    <a16:creationId xmlns:a16="http://schemas.microsoft.com/office/drawing/2014/main" id="{9D1E64D9-A637-2FEF-829D-A362944670C3}"/>
                  </a:ext>
                </a:extLst>
              </p:cNvPr>
              <p:cNvPicPr>
                <a:picLocks noChangeAspect="1"/>
              </p:cNvPicPr>
              <p:nvPr/>
            </p:nvPicPr>
            <p:blipFill>
              <a:blip>
                <a:extLst>
                  <a:ext uri="{96DAC541-7B7A-43D3-8B79-37D633B846F1}">
                    <asvg:svgBlip xmlns:asvg="http://schemas.microsoft.com/office/drawing/2016/SVG/main" r:embed="rId2"/>
                  </a:ext>
                </a:extLst>
              </a:blip>
              <a:stretch>
                <a:fillRect/>
              </a:stretch>
            </p:blipFill>
            <p:spPr>
              <a:xfrm>
                <a:off x="4706802" y="357266"/>
                <a:ext cx="1720121" cy="1720121"/>
              </a:xfrm>
              <a:prstGeom prst="rect">
                <a:avLst/>
              </a:prstGeom>
            </p:spPr>
          </p:pic>
          <p:pic>
            <p:nvPicPr>
              <p:cNvPr id="40" name="Graphic 39" descr="Male profile with solid fill">
                <a:extLst>
                  <a:ext uri="{FF2B5EF4-FFF2-40B4-BE49-F238E27FC236}">
                    <a16:creationId xmlns:a16="http://schemas.microsoft.com/office/drawing/2014/main" id="{0CD4F5EB-3047-ADD8-1440-9949FA0BFAB6}"/>
                  </a:ext>
                </a:extLst>
              </p:cNvPr>
              <p:cNvPicPr>
                <a:picLocks noChangeAspect="1"/>
              </p:cNvPicPr>
              <p:nvPr/>
            </p:nvPicPr>
            <p:blipFill>
              <a:blip>
                <a:extLst>
                  <a:ext uri="{96DAC541-7B7A-43D3-8B79-37D633B846F1}">
                    <asvg:svgBlip xmlns:asvg="http://schemas.microsoft.com/office/drawing/2016/SVG/main" r:embed="rId2"/>
                  </a:ext>
                </a:extLst>
              </a:blip>
              <a:stretch>
                <a:fillRect/>
              </a:stretch>
            </p:blipFill>
            <p:spPr>
              <a:xfrm>
                <a:off x="5890265" y="357265"/>
                <a:ext cx="1720121" cy="1720121"/>
              </a:xfrm>
              <a:prstGeom prst="rect">
                <a:avLst/>
              </a:prstGeom>
            </p:spPr>
          </p:pic>
          <p:pic>
            <p:nvPicPr>
              <p:cNvPr id="41" name="Graphic 40" descr="Male profile with solid fill">
                <a:extLst>
                  <a:ext uri="{FF2B5EF4-FFF2-40B4-BE49-F238E27FC236}">
                    <a16:creationId xmlns:a16="http://schemas.microsoft.com/office/drawing/2014/main" id="{B725A535-18ED-AA8B-B1D8-FFB1CA6BE4A0}"/>
                  </a:ext>
                </a:extLst>
              </p:cNvPr>
              <p:cNvPicPr>
                <a:picLocks noChangeAspect="1"/>
              </p:cNvPicPr>
              <p:nvPr/>
            </p:nvPicPr>
            <p:blipFill>
              <a:blip>
                <a:extLst>
                  <a:ext uri="{96DAC541-7B7A-43D3-8B79-37D633B846F1}">
                    <asvg:svgBlip xmlns:asvg="http://schemas.microsoft.com/office/drawing/2016/SVG/main" r:embed="rId2"/>
                  </a:ext>
                </a:extLst>
              </a:blip>
              <a:stretch>
                <a:fillRect/>
              </a:stretch>
            </p:blipFill>
            <p:spPr>
              <a:xfrm>
                <a:off x="7073731" y="357264"/>
                <a:ext cx="1720121" cy="1720121"/>
              </a:xfrm>
              <a:prstGeom prst="rect">
                <a:avLst/>
              </a:prstGeom>
            </p:spPr>
          </p:pic>
          <p:pic>
            <p:nvPicPr>
              <p:cNvPr id="42" name="Graphic 41" descr="Male profile with solid fill">
                <a:extLst>
                  <a:ext uri="{FF2B5EF4-FFF2-40B4-BE49-F238E27FC236}">
                    <a16:creationId xmlns:a16="http://schemas.microsoft.com/office/drawing/2014/main" id="{CA20B988-5A4D-C5C9-A393-62E0754E8274}"/>
                  </a:ext>
                </a:extLst>
              </p:cNvPr>
              <p:cNvPicPr>
                <a:picLocks noChangeAspect="1"/>
              </p:cNvPicPr>
              <p:nvPr/>
            </p:nvPicPr>
            <p:blipFill>
              <a:blip>
                <a:extLst>
                  <a:ext uri="{96DAC541-7B7A-43D3-8B79-37D633B846F1}">
                    <asvg:svgBlip xmlns:asvg="http://schemas.microsoft.com/office/drawing/2016/SVG/main" r:embed="rId3"/>
                  </a:ext>
                </a:extLst>
              </a:blip>
              <a:stretch>
                <a:fillRect/>
              </a:stretch>
            </p:blipFill>
            <p:spPr>
              <a:xfrm>
                <a:off x="8257194" y="357263"/>
                <a:ext cx="1720121" cy="1720121"/>
              </a:xfrm>
              <a:prstGeom prst="rect">
                <a:avLst/>
              </a:prstGeom>
            </p:spPr>
          </p:pic>
          <p:pic>
            <p:nvPicPr>
              <p:cNvPr id="43" name="Graphic 42" descr="Male profile with solid fill">
                <a:extLst>
                  <a:ext uri="{FF2B5EF4-FFF2-40B4-BE49-F238E27FC236}">
                    <a16:creationId xmlns:a16="http://schemas.microsoft.com/office/drawing/2014/main" id="{F06944AE-F615-0D03-057F-1C417636A120}"/>
                  </a:ext>
                </a:extLst>
              </p:cNvPr>
              <p:cNvPicPr>
                <a:picLocks noChangeAspect="1"/>
              </p:cNvPicPr>
              <p:nvPr/>
            </p:nvPicPr>
            <p:blipFill>
              <a:blip>
                <a:extLst>
                  <a:ext uri="{96DAC541-7B7A-43D3-8B79-37D633B846F1}">
                    <asvg:svgBlip xmlns:asvg="http://schemas.microsoft.com/office/drawing/2016/SVG/main" r:embed="rId2"/>
                  </a:ext>
                </a:extLst>
              </a:blip>
              <a:stretch>
                <a:fillRect/>
              </a:stretch>
            </p:blipFill>
            <p:spPr>
              <a:xfrm>
                <a:off x="2347689" y="357265"/>
                <a:ext cx="1720121" cy="1720121"/>
              </a:xfrm>
              <a:prstGeom prst="rect">
                <a:avLst/>
              </a:prstGeom>
            </p:spPr>
          </p:pic>
          <p:pic>
            <p:nvPicPr>
              <p:cNvPr id="44" name="Graphic 43" descr="Male profile with solid fill">
                <a:extLst>
                  <a:ext uri="{FF2B5EF4-FFF2-40B4-BE49-F238E27FC236}">
                    <a16:creationId xmlns:a16="http://schemas.microsoft.com/office/drawing/2014/main" id="{7655E83A-E1AB-E64D-CB15-6024EE0C197A}"/>
                  </a:ext>
                </a:extLst>
              </p:cNvPr>
              <p:cNvPicPr>
                <a:picLocks noChangeAspect="1"/>
              </p:cNvPicPr>
              <p:nvPr/>
            </p:nvPicPr>
            <p:blipFill>
              <a:blip>
                <a:extLst>
                  <a:ext uri="{96DAC541-7B7A-43D3-8B79-37D633B846F1}">
                    <asvg:svgBlip xmlns:asvg="http://schemas.microsoft.com/office/drawing/2016/SVG/main" r:embed="rId2"/>
                  </a:ext>
                </a:extLst>
              </a:blip>
              <a:stretch>
                <a:fillRect/>
              </a:stretch>
            </p:blipFill>
            <p:spPr>
              <a:xfrm>
                <a:off x="3531152" y="357264"/>
                <a:ext cx="1720121" cy="1720121"/>
              </a:xfrm>
              <a:prstGeom prst="rect">
                <a:avLst/>
              </a:prstGeom>
            </p:spPr>
          </p:pic>
          <p:pic>
            <p:nvPicPr>
              <p:cNvPr id="45" name="Graphic 44" descr="Male profile with solid fill">
                <a:extLst>
                  <a:ext uri="{FF2B5EF4-FFF2-40B4-BE49-F238E27FC236}">
                    <a16:creationId xmlns:a16="http://schemas.microsoft.com/office/drawing/2014/main" id="{969C88F8-D60A-A410-4EC6-10BF7811C561}"/>
                  </a:ext>
                </a:extLst>
              </p:cNvPr>
              <p:cNvPicPr>
                <a:picLocks noChangeAspect="1"/>
              </p:cNvPicPr>
              <p:nvPr/>
            </p:nvPicPr>
            <p:blipFill>
              <a:blip>
                <a:extLst>
                  <a:ext uri="{96DAC541-7B7A-43D3-8B79-37D633B846F1}">
                    <asvg:svgBlip xmlns:asvg="http://schemas.microsoft.com/office/drawing/2016/SVG/main" r:embed="rId4"/>
                  </a:ext>
                </a:extLst>
              </a:blip>
              <a:stretch>
                <a:fillRect/>
              </a:stretch>
            </p:blipFill>
            <p:spPr>
              <a:xfrm>
                <a:off x="9440657" y="357262"/>
                <a:ext cx="1720121" cy="1720121"/>
              </a:xfrm>
              <a:prstGeom prst="rect">
                <a:avLst/>
              </a:prstGeom>
            </p:spPr>
          </p:pic>
          <p:pic>
            <p:nvPicPr>
              <p:cNvPr id="46" name="Graphic 45" descr="Male profile with solid fill">
                <a:extLst>
                  <a:ext uri="{FF2B5EF4-FFF2-40B4-BE49-F238E27FC236}">
                    <a16:creationId xmlns:a16="http://schemas.microsoft.com/office/drawing/2014/main" id="{4A6ADEF9-736C-C48E-7A96-F1EE7BB03C38}"/>
                  </a:ext>
                </a:extLst>
              </p:cNvPr>
              <p:cNvPicPr>
                <a:picLocks noChangeAspect="1"/>
              </p:cNvPicPr>
              <p:nvPr/>
            </p:nvPicPr>
            <p:blipFill>
              <a:blip>
                <a:extLst>
                  <a:ext uri="{96DAC541-7B7A-43D3-8B79-37D633B846F1}">
                    <asvg:svgBlip xmlns:asvg="http://schemas.microsoft.com/office/drawing/2016/SVG/main" r:embed="rId2"/>
                  </a:ext>
                </a:extLst>
              </a:blip>
              <a:stretch>
                <a:fillRect/>
              </a:stretch>
            </p:blipFill>
            <p:spPr>
              <a:xfrm>
                <a:off x="10624120" y="357261"/>
                <a:ext cx="1720121" cy="1720121"/>
              </a:xfrm>
              <a:prstGeom prst="rect">
                <a:avLst/>
              </a:prstGeom>
            </p:spPr>
          </p:pic>
          <p:pic>
            <p:nvPicPr>
              <p:cNvPr id="47" name="Graphic 46" descr="Male profile with solid fill">
                <a:extLst>
                  <a:ext uri="{FF2B5EF4-FFF2-40B4-BE49-F238E27FC236}">
                    <a16:creationId xmlns:a16="http://schemas.microsoft.com/office/drawing/2014/main" id="{F6E2ABD5-B718-63EE-7933-53707D7B8716}"/>
                  </a:ext>
                </a:extLst>
              </p:cNvPr>
              <p:cNvPicPr>
                <a:picLocks noChangeAspect="1"/>
              </p:cNvPicPr>
              <p:nvPr/>
            </p:nvPicPr>
            <p:blipFill>
              <a:blip>
                <a:extLst>
                  <a:ext uri="{96DAC541-7B7A-43D3-8B79-37D633B846F1}">
                    <asvg:svgBlip xmlns:asvg="http://schemas.microsoft.com/office/drawing/2016/SVG/main" r:embed="rId2"/>
                  </a:ext>
                </a:extLst>
              </a:blip>
              <a:stretch>
                <a:fillRect/>
              </a:stretch>
            </p:blipFill>
            <p:spPr>
              <a:xfrm>
                <a:off x="-27055" y="357262"/>
                <a:ext cx="1720121" cy="1720121"/>
              </a:xfrm>
              <a:prstGeom prst="rect">
                <a:avLst/>
              </a:prstGeom>
            </p:spPr>
          </p:pic>
          <p:pic>
            <p:nvPicPr>
              <p:cNvPr id="48" name="Graphic 47" descr="Male profile with solid fill">
                <a:extLst>
                  <a:ext uri="{FF2B5EF4-FFF2-40B4-BE49-F238E27FC236}">
                    <a16:creationId xmlns:a16="http://schemas.microsoft.com/office/drawing/2014/main" id="{00E75A61-FA4B-FA3F-AFE0-8288FBC1FB83}"/>
                  </a:ext>
                </a:extLst>
              </p:cNvPr>
              <p:cNvPicPr>
                <a:picLocks noChangeAspect="1"/>
              </p:cNvPicPr>
              <p:nvPr/>
            </p:nvPicPr>
            <p:blipFill>
              <a:blip>
                <a:extLst>
                  <a:ext uri="{96DAC541-7B7A-43D3-8B79-37D633B846F1}">
                    <asvg:svgBlip xmlns:asvg="http://schemas.microsoft.com/office/drawing/2016/SVG/main" r:embed="rId2"/>
                  </a:ext>
                </a:extLst>
              </a:blip>
              <a:stretch>
                <a:fillRect/>
              </a:stretch>
            </p:blipFill>
            <p:spPr>
              <a:xfrm>
                <a:off x="1156408" y="357261"/>
                <a:ext cx="1720121" cy="1720121"/>
              </a:xfrm>
              <a:prstGeom prst="rect">
                <a:avLst/>
              </a:prstGeom>
            </p:spPr>
          </p:pic>
          <p:sp>
            <p:nvSpPr>
              <p:cNvPr id="49" name="TextBox 48">
                <a:extLst>
                  <a:ext uri="{FF2B5EF4-FFF2-40B4-BE49-F238E27FC236}">
                    <a16:creationId xmlns:a16="http://schemas.microsoft.com/office/drawing/2014/main" id="{E0F9A679-6DD2-0606-A6FA-682BE50BFC63}"/>
                  </a:ext>
                </a:extLst>
              </p:cNvPr>
              <p:cNvSpPr txBox="1"/>
              <p:nvPr/>
            </p:nvSpPr>
            <p:spPr>
              <a:xfrm>
                <a:off x="266700" y="1866900"/>
                <a:ext cx="1130300" cy="261610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 algn="ctr"/>
                <a:r>
                  <a:rPr lang="en-NO" sz="1100" dirty="0">
                    <a:solidFill>
                      <a:schemeClr val="bg2">
                        <a:lumMod val="50000"/>
                      </a:schemeClr>
                    </a:solidFill>
                  </a:rPr>
                  <a:t>1</a:t>
                </a:r>
              </a:p>
            </p:txBody>
          </p:sp>
          <p:sp>
            <p:nvSpPr>
              <p:cNvPr id="50" name="TextBox 49">
                <a:extLst>
                  <a:ext uri="{FF2B5EF4-FFF2-40B4-BE49-F238E27FC236}">
                    <a16:creationId xmlns:a16="http://schemas.microsoft.com/office/drawing/2014/main" id="{DC22EBFD-1DBF-ED28-36C3-405023BB47FE}"/>
                  </a:ext>
                </a:extLst>
              </p:cNvPr>
              <p:cNvSpPr txBox="1"/>
              <p:nvPr/>
            </p:nvSpPr>
            <p:spPr>
              <a:xfrm>
                <a:off x="1455228" y="1866900"/>
                <a:ext cx="1130300" cy="261610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 algn="ctr"/>
                <a:r>
                  <a:rPr lang="en-NO" sz="1100" dirty="0">
                    <a:solidFill>
                      <a:schemeClr val="bg2">
                        <a:lumMod val="50000"/>
                      </a:schemeClr>
                    </a:solidFill>
                  </a:rPr>
                  <a:t>2</a:t>
                </a:r>
              </a:p>
            </p:txBody>
          </p:sp>
          <p:sp>
            <p:nvSpPr>
              <p:cNvPr id="51" name="TextBox 50">
                <a:extLst>
                  <a:ext uri="{FF2B5EF4-FFF2-40B4-BE49-F238E27FC236}">
                    <a16:creationId xmlns:a16="http://schemas.microsoft.com/office/drawing/2014/main" id="{3A2418F0-D050-946D-B46D-EF52A507D1A3}"/>
                  </a:ext>
                </a:extLst>
              </p:cNvPr>
              <p:cNvSpPr txBox="1"/>
              <p:nvPr/>
            </p:nvSpPr>
            <p:spPr>
              <a:xfrm>
                <a:off x="2642599" y="1871047"/>
                <a:ext cx="1130300" cy="261610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 algn="ctr"/>
                <a:r>
                  <a:rPr lang="en-NO" sz="1100" dirty="0">
                    <a:solidFill>
                      <a:schemeClr val="bg2">
                        <a:lumMod val="50000"/>
                      </a:schemeClr>
                    </a:solidFill>
                  </a:rPr>
                  <a:t>3</a:t>
                </a:r>
              </a:p>
            </p:txBody>
          </p:sp>
          <p:sp>
            <p:nvSpPr>
              <p:cNvPr id="52" name="TextBox 51">
                <a:extLst>
                  <a:ext uri="{FF2B5EF4-FFF2-40B4-BE49-F238E27FC236}">
                    <a16:creationId xmlns:a16="http://schemas.microsoft.com/office/drawing/2014/main" id="{F8A01194-9C6A-CD6C-17BF-88ADDB26C782}"/>
                  </a:ext>
                </a:extLst>
              </p:cNvPr>
              <p:cNvSpPr txBox="1"/>
              <p:nvPr/>
            </p:nvSpPr>
            <p:spPr>
              <a:xfrm>
                <a:off x="3826063" y="1866900"/>
                <a:ext cx="1130300" cy="261610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 algn="ctr"/>
                <a:r>
                  <a:rPr lang="en-NO" sz="1100" dirty="0">
                    <a:solidFill>
                      <a:schemeClr val="bg2">
                        <a:lumMod val="50000"/>
                      </a:schemeClr>
                    </a:solidFill>
                  </a:rPr>
                  <a:t>4</a:t>
                </a:r>
              </a:p>
            </p:txBody>
          </p:sp>
          <p:sp>
            <p:nvSpPr>
              <p:cNvPr id="53" name="TextBox 52">
                <a:extLst>
                  <a:ext uri="{FF2B5EF4-FFF2-40B4-BE49-F238E27FC236}">
                    <a16:creationId xmlns:a16="http://schemas.microsoft.com/office/drawing/2014/main" id="{7F80860C-0F85-A9BA-38F5-EA79F9B092F9}"/>
                  </a:ext>
                </a:extLst>
              </p:cNvPr>
              <p:cNvSpPr txBox="1"/>
              <p:nvPr/>
            </p:nvSpPr>
            <p:spPr>
              <a:xfrm>
                <a:off x="5001712" y="1866900"/>
                <a:ext cx="1130300" cy="261610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 algn="ctr"/>
                <a:r>
                  <a:rPr lang="en-NO" sz="1100" dirty="0">
                    <a:solidFill>
                      <a:schemeClr val="bg2">
                        <a:lumMod val="50000"/>
                      </a:schemeClr>
                    </a:solidFill>
                  </a:rPr>
                  <a:t>5</a:t>
                </a:r>
              </a:p>
            </p:txBody>
          </p:sp>
          <p:sp>
            <p:nvSpPr>
              <p:cNvPr id="54" name="TextBox 53">
                <a:extLst>
                  <a:ext uri="{FF2B5EF4-FFF2-40B4-BE49-F238E27FC236}">
                    <a16:creationId xmlns:a16="http://schemas.microsoft.com/office/drawing/2014/main" id="{A6F4059F-D64E-BF6D-D100-790BB780EF7E}"/>
                  </a:ext>
                </a:extLst>
              </p:cNvPr>
              <p:cNvSpPr txBox="1"/>
              <p:nvPr/>
            </p:nvSpPr>
            <p:spPr>
              <a:xfrm>
                <a:off x="6185175" y="1866900"/>
                <a:ext cx="1130300" cy="261610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 algn="ctr"/>
                <a:r>
                  <a:rPr lang="en-NO" sz="1100" dirty="0">
                    <a:solidFill>
                      <a:schemeClr val="bg2">
                        <a:lumMod val="50000"/>
                      </a:schemeClr>
                    </a:solidFill>
                  </a:rPr>
                  <a:t>6</a:t>
                </a:r>
              </a:p>
            </p:txBody>
          </p:sp>
          <p:sp>
            <p:nvSpPr>
              <p:cNvPr id="55" name="TextBox 54">
                <a:extLst>
                  <a:ext uri="{FF2B5EF4-FFF2-40B4-BE49-F238E27FC236}">
                    <a16:creationId xmlns:a16="http://schemas.microsoft.com/office/drawing/2014/main" id="{AA1C66DB-135F-F118-745C-688D3AE01731}"/>
                  </a:ext>
                </a:extLst>
              </p:cNvPr>
              <p:cNvSpPr txBox="1"/>
              <p:nvPr/>
            </p:nvSpPr>
            <p:spPr>
              <a:xfrm>
                <a:off x="7368641" y="1866900"/>
                <a:ext cx="1130300" cy="261610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 algn="ctr"/>
                <a:r>
                  <a:rPr lang="en-NO" sz="1100" dirty="0">
                    <a:solidFill>
                      <a:schemeClr val="bg2">
                        <a:lumMod val="50000"/>
                      </a:schemeClr>
                    </a:solidFill>
                  </a:rPr>
                  <a:t>7</a:t>
                </a:r>
              </a:p>
            </p:txBody>
          </p:sp>
          <p:sp>
            <p:nvSpPr>
              <p:cNvPr id="56" name="TextBox 55">
                <a:extLst>
                  <a:ext uri="{FF2B5EF4-FFF2-40B4-BE49-F238E27FC236}">
                    <a16:creationId xmlns:a16="http://schemas.microsoft.com/office/drawing/2014/main" id="{C0150EB4-B07E-B399-C93E-33EC45E92E92}"/>
                  </a:ext>
                </a:extLst>
              </p:cNvPr>
              <p:cNvSpPr txBox="1"/>
              <p:nvPr/>
            </p:nvSpPr>
            <p:spPr>
              <a:xfrm>
                <a:off x="8552103" y="1866900"/>
                <a:ext cx="1130300" cy="261610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 algn="ctr"/>
                <a:r>
                  <a:rPr lang="en-NO" sz="1100" dirty="0">
                    <a:solidFill>
                      <a:schemeClr val="bg2">
                        <a:lumMod val="50000"/>
                      </a:schemeClr>
                    </a:solidFill>
                  </a:rPr>
                  <a:t>8</a:t>
                </a:r>
              </a:p>
            </p:txBody>
          </p:sp>
          <p:sp>
            <p:nvSpPr>
              <p:cNvPr id="57" name="TextBox 56">
                <a:extLst>
                  <a:ext uri="{FF2B5EF4-FFF2-40B4-BE49-F238E27FC236}">
                    <a16:creationId xmlns:a16="http://schemas.microsoft.com/office/drawing/2014/main" id="{B1F7D16B-2EDF-3F8C-8AF9-815204FECC67}"/>
                  </a:ext>
                </a:extLst>
              </p:cNvPr>
              <p:cNvSpPr txBox="1"/>
              <p:nvPr/>
            </p:nvSpPr>
            <p:spPr>
              <a:xfrm>
                <a:off x="9735567" y="1866900"/>
                <a:ext cx="1130300" cy="261610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 algn="ctr"/>
                <a:r>
                  <a:rPr lang="en-NO" sz="1100" dirty="0">
                    <a:solidFill>
                      <a:schemeClr val="bg2">
                        <a:lumMod val="50000"/>
                      </a:schemeClr>
                    </a:solidFill>
                  </a:rPr>
                  <a:t>9</a:t>
                </a:r>
              </a:p>
            </p:txBody>
          </p:sp>
          <p:sp>
            <p:nvSpPr>
              <p:cNvPr id="58" name="TextBox 57">
                <a:extLst>
                  <a:ext uri="{FF2B5EF4-FFF2-40B4-BE49-F238E27FC236}">
                    <a16:creationId xmlns:a16="http://schemas.microsoft.com/office/drawing/2014/main" id="{849DD637-39CF-771D-B9AF-CDB47ECBA790}"/>
                  </a:ext>
                </a:extLst>
              </p:cNvPr>
              <p:cNvSpPr txBox="1"/>
              <p:nvPr/>
            </p:nvSpPr>
            <p:spPr>
              <a:xfrm>
                <a:off x="10919031" y="1866900"/>
                <a:ext cx="1130300" cy="261610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 algn="ctr"/>
                <a:r>
                  <a:rPr lang="en-NO" sz="1100" dirty="0">
                    <a:solidFill>
                      <a:schemeClr val="bg2">
                        <a:lumMod val="50000"/>
                      </a:schemeClr>
                    </a:solidFill>
                  </a:rPr>
                  <a:t>10</a:t>
                </a:r>
              </a:p>
            </p:txBody>
          </p:sp>
        </p:grpSp>
      </p:grpSp>
      <p:grpSp>
        <p:nvGrpSpPr>
          <p:cNvPr id="116" name="Group 115">
            <a:extLst>
              <a:ext uri="{FF2B5EF4-FFF2-40B4-BE49-F238E27FC236}">
                <a16:creationId xmlns:a16="http://schemas.microsoft.com/office/drawing/2014/main" id="{840C28E2-9DDE-CAA5-BFE5-4D89AAEE35AA}"/>
              </a:ext>
            </a:extLst>
          </p:cNvPr>
          <p:cNvGrpSpPr/>
          <p:nvPr/>
        </p:nvGrpSpPr>
        <p:grpSpPr>
          <a:xfrm>
            <a:off x="-43336" y="357256"/>
            <a:ext cx="12404407" cy="1842610"/>
            <a:chOff x="-43336" y="357256"/>
            <a:chExt cx="12404407" cy="1842610"/>
          </a:xfrm>
        </p:grpSpPr>
        <p:sp>
          <p:nvSpPr>
            <p:cNvPr id="115" name="Rounded Rectangle 114">
              <a:extLst>
                <a:ext uri="{FF2B5EF4-FFF2-40B4-BE49-F238E27FC236}">
                  <a16:creationId xmlns:a16="http://schemas.microsoft.com/office/drawing/2014/main" id="{4E48E0F3-8E73-781F-8FE9-E3CBFBA0CCFA}"/>
                </a:ext>
              </a:extLst>
            </p:cNvPr>
            <p:cNvSpPr/>
            <p:nvPr/>
          </p:nvSpPr>
          <p:spPr>
            <a:xfrm>
              <a:off x="8554607" y="369200"/>
              <a:ext cx="2340000" cy="1830666"/>
            </a:xfrm>
            <a:prstGeom prst="roundRect">
              <a:avLst>
                <a:gd name="adj" fmla="val 11754"/>
              </a:avLst>
            </a:prstGeom>
            <a:solidFill>
              <a:schemeClr val="accent4">
                <a:lumMod val="20000"/>
                <a:lumOff val="80000"/>
                <a:alpha val="60000"/>
              </a:schemeClr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NO"/>
            </a:p>
          </p:txBody>
        </p:sp>
        <p:grpSp>
          <p:nvGrpSpPr>
            <p:cNvPr id="69" name="Group 68">
              <a:extLst>
                <a:ext uri="{FF2B5EF4-FFF2-40B4-BE49-F238E27FC236}">
                  <a16:creationId xmlns:a16="http://schemas.microsoft.com/office/drawing/2014/main" id="{AD212BDE-485A-C947-21F9-D171539CE9F5}"/>
                </a:ext>
              </a:extLst>
            </p:cNvPr>
            <p:cNvGrpSpPr/>
            <p:nvPr/>
          </p:nvGrpSpPr>
          <p:grpSpPr>
            <a:xfrm>
              <a:off x="-43336" y="357256"/>
              <a:ext cx="12404407" cy="1775401"/>
              <a:chOff x="-43336" y="357256"/>
              <a:chExt cx="12404407" cy="1775401"/>
            </a:xfrm>
          </p:grpSpPr>
          <p:pic>
            <p:nvPicPr>
              <p:cNvPr id="70" name="Graphic 69" descr="Female Profile with solid fill">
                <a:extLst>
                  <a:ext uri="{FF2B5EF4-FFF2-40B4-BE49-F238E27FC236}">
                    <a16:creationId xmlns:a16="http://schemas.microsoft.com/office/drawing/2014/main" id="{2B2B8A95-A566-21EE-10C1-48D3A193D706}"/>
                  </a:ext>
                </a:extLst>
              </p:cNvPr>
              <p:cNvPicPr>
                <a:picLocks noChangeAspect="1"/>
              </p:cNvPicPr>
              <p:nvPr/>
            </p:nvPicPr>
            <p:blipFill>
              <a:blip>
                <a:extLst>
                  <a:ext uri="{96DAC541-7B7A-43D3-8B79-37D633B846F1}">
                    <asvg:svgBlip xmlns:asvg="http://schemas.microsoft.com/office/drawing/2016/SVG/main" r:embed="rId5"/>
                  </a:ext>
                </a:extLst>
              </a:blip>
              <a:stretch>
                <a:fillRect/>
              </a:stretch>
            </p:blipFill>
            <p:spPr>
              <a:xfrm>
                <a:off x="3515357" y="357260"/>
                <a:ext cx="1720121" cy="1720121"/>
              </a:xfrm>
              <a:prstGeom prst="rect">
                <a:avLst/>
              </a:prstGeom>
            </p:spPr>
          </p:pic>
          <p:grpSp>
            <p:nvGrpSpPr>
              <p:cNvPr id="71" name="Group 70">
                <a:extLst>
                  <a:ext uri="{FF2B5EF4-FFF2-40B4-BE49-F238E27FC236}">
                    <a16:creationId xmlns:a16="http://schemas.microsoft.com/office/drawing/2014/main" id="{157C8190-BDB8-1DFC-7EEB-8257967B914B}"/>
                  </a:ext>
                </a:extLst>
              </p:cNvPr>
              <p:cNvGrpSpPr/>
              <p:nvPr/>
            </p:nvGrpSpPr>
            <p:grpSpPr>
              <a:xfrm>
                <a:off x="266700" y="1866900"/>
                <a:ext cx="11782631" cy="265757"/>
                <a:chOff x="266700" y="1866900"/>
                <a:chExt cx="11782631" cy="265757"/>
              </a:xfrm>
            </p:grpSpPr>
            <p:sp>
              <p:nvSpPr>
                <p:cNvPr id="81" name="TextBox 80">
                  <a:extLst>
                    <a:ext uri="{FF2B5EF4-FFF2-40B4-BE49-F238E27FC236}">
                      <a16:creationId xmlns:a16="http://schemas.microsoft.com/office/drawing/2014/main" id="{76C21951-15FB-2055-A6C2-19A75ED646AA}"/>
                    </a:ext>
                  </a:extLst>
                </p:cNvPr>
                <p:cNvSpPr txBox="1"/>
                <p:nvPr/>
              </p:nvSpPr>
              <p:spPr>
                <a:xfrm>
                  <a:off x="266700" y="1866900"/>
                  <a:ext cx="1130300" cy="261610"/>
                </a:xfrm>
                <a:prstGeom prst="rect">
                  <a:avLst/>
                </a:prstGeom>
                <a:noFill/>
              </p:spPr>
              <p:txBody>
                <a:bodyPr wrap="square" rtlCol="0">
                  <a:spAutoFit/>
                </a:bodyPr>
                <a:lstStyle/>
                <a:p>
                  <a:pPr algn="ctr"/>
                  <a:r>
                    <a:rPr lang="en-NO" sz="1100" dirty="0">
                      <a:solidFill>
                        <a:schemeClr val="bg2">
                          <a:lumMod val="50000"/>
                        </a:schemeClr>
                      </a:solidFill>
                    </a:rPr>
                    <a:t>1</a:t>
                  </a:r>
                </a:p>
              </p:txBody>
            </p:sp>
            <p:sp>
              <p:nvSpPr>
                <p:cNvPr id="82" name="TextBox 81">
                  <a:extLst>
                    <a:ext uri="{FF2B5EF4-FFF2-40B4-BE49-F238E27FC236}">
                      <a16:creationId xmlns:a16="http://schemas.microsoft.com/office/drawing/2014/main" id="{D78E8087-5761-07D1-716F-D24ACEDB6953}"/>
                    </a:ext>
                  </a:extLst>
                </p:cNvPr>
                <p:cNvSpPr txBox="1"/>
                <p:nvPr/>
              </p:nvSpPr>
              <p:spPr>
                <a:xfrm>
                  <a:off x="1455228" y="1866900"/>
                  <a:ext cx="1130300" cy="261610"/>
                </a:xfrm>
                <a:prstGeom prst="rect">
                  <a:avLst/>
                </a:prstGeom>
                <a:noFill/>
              </p:spPr>
              <p:txBody>
                <a:bodyPr wrap="square" rtlCol="0">
                  <a:spAutoFit/>
                </a:bodyPr>
                <a:lstStyle/>
                <a:p>
                  <a:pPr algn="ctr"/>
                  <a:r>
                    <a:rPr lang="en-NO" sz="1100" dirty="0">
                      <a:solidFill>
                        <a:schemeClr val="bg2">
                          <a:lumMod val="50000"/>
                        </a:schemeClr>
                      </a:solidFill>
                    </a:rPr>
                    <a:t>2</a:t>
                  </a:r>
                </a:p>
              </p:txBody>
            </p:sp>
            <p:sp>
              <p:nvSpPr>
                <p:cNvPr id="83" name="TextBox 82">
                  <a:extLst>
                    <a:ext uri="{FF2B5EF4-FFF2-40B4-BE49-F238E27FC236}">
                      <a16:creationId xmlns:a16="http://schemas.microsoft.com/office/drawing/2014/main" id="{3E12F166-1A65-B009-2574-6FEF523FC408}"/>
                    </a:ext>
                  </a:extLst>
                </p:cNvPr>
                <p:cNvSpPr txBox="1"/>
                <p:nvPr/>
              </p:nvSpPr>
              <p:spPr>
                <a:xfrm>
                  <a:off x="2642599" y="1871047"/>
                  <a:ext cx="1130300" cy="261610"/>
                </a:xfrm>
                <a:prstGeom prst="rect">
                  <a:avLst/>
                </a:prstGeom>
                <a:noFill/>
              </p:spPr>
              <p:txBody>
                <a:bodyPr wrap="square" rtlCol="0">
                  <a:spAutoFit/>
                </a:bodyPr>
                <a:lstStyle/>
                <a:p>
                  <a:pPr algn="ctr"/>
                  <a:r>
                    <a:rPr lang="en-NO" sz="1100" dirty="0">
                      <a:solidFill>
                        <a:schemeClr val="bg2">
                          <a:lumMod val="50000"/>
                        </a:schemeClr>
                      </a:solidFill>
                    </a:rPr>
                    <a:t>3</a:t>
                  </a:r>
                </a:p>
              </p:txBody>
            </p:sp>
            <p:sp>
              <p:nvSpPr>
                <p:cNvPr id="84" name="TextBox 83">
                  <a:extLst>
                    <a:ext uri="{FF2B5EF4-FFF2-40B4-BE49-F238E27FC236}">
                      <a16:creationId xmlns:a16="http://schemas.microsoft.com/office/drawing/2014/main" id="{A47F749C-94CC-1295-39CB-0145FB1CBBAE}"/>
                    </a:ext>
                  </a:extLst>
                </p:cNvPr>
                <p:cNvSpPr txBox="1"/>
                <p:nvPr/>
              </p:nvSpPr>
              <p:spPr>
                <a:xfrm>
                  <a:off x="3826063" y="1866900"/>
                  <a:ext cx="1130300" cy="261610"/>
                </a:xfrm>
                <a:prstGeom prst="rect">
                  <a:avLst/>
                </a:prstGeom>
                <a:noFill/>
              </p:spPr>
              <p:txBody>
                <a:bodyPr wrap="square" rtlCol="0">
                  <a:spAutoFit/>
                </a:bodyPr>
                <a:lstStyle/>
                <a:p>
                  <a:pPr algn="ctr"/>
                  <a:r>
                    <a:rPr lang="en-NO" sz="1100" dirty="0">
                      <a:solidFill>
                        <a:schemeClr val="bg2">
                          <a:lumMod val="50000"/>
                        </a:schemeClr>
                      </a:solidFill>
                    </a:rPr>
                    <a:t>4</a:t>
                  </a:r>
                </a:p>
              </p:txBody>
            </p:sp>
            <p:sp>
              <p:nvSpPr>
                <p:cNvPr id="85" name="TextBox 84">
                  <a:extLst>
                    <a:ext uri="{FF2B5EF4-FFF2-40B4-BE49-F238E27FC236}">
                      <a16:creationId xmlns:a16="http://schemas.microsoft.com/office/drawing/2014/main" id="{82266830-878A-231B-7A26-6F6991276040}"/>
                    </a:ext>
                  </a:extLst>
                </p:cNvPr>
                <p:cNvSpPr txBox="1"/>
                <p:nvPr/>
              </p:nvSpPr>
              <p:spPr>
                <a:xfrm>
                  <a:off x="5001712" y="1866900"/>
                  <a:ext cx="1130300" cy="261610"/>
                </a:xfrm>
                <a:prstGeom prst="rect">
                  <a:avLst/>
                </a:prstGeom>
                <a:noFill/>
              </p:spPr>
              <p:txBody>
                <a:bodyPr wrap="square" rtlCol="0">
                  <a:spAutoFit/>
                </a:bodyPr>
                <a:lstStyle/>
                <a:p>
                  <a:pPr algn="ctr"/>
                  <a:r>
                    <a:rPr lang="en-NO" sz="1100" dirty="0">
                      <a:solidFill>
                        <a:schemeClr val="bg2">
                          <a:lumMod val="50000"/>
                        </a:schemeClr>
                      </a:solidFill>
                    </a:rPr>
                    <a:t>5</a:t>
                  </a:r>
                </a:p>
              </p:txBody>
            </p:sp>
            <p:sp>
              <p:nvSpPr>
                <p:cNvPr id="86" name="TextBox 85">
                  <a:extLst>
                    <a:ext uri="{FF2B5EF4-FFF2-40B4-BE49-F238E27FC236}">
                      <a16:creationId xmlns:a16="http://schemas.microsoft.com/office/drawing/2014/main" id="{D1D97D83-AF93-E491-6A46-67C8B7EBFC92}"/>
                    </a:ext>
                  </a:extLst>
                </p:cNvPr>
                <p:cNvSpPr txBox="1"/>
                <p:nvPr/>
              </p:nvSpPr>
              <p:spPr>
                <a:xfrm>
                  <a:off x="6185175" y="1866900"/>
                  <a:ext cx="1130300" cy="261610"/>
                </a:xfrm>
                <a:prstGeom prst="rect">
                  <a:avLst/>
                </a:prstGeom>
                <a:noFill/>
              </p:spPr>
              <p:txBody>
                <a:bodyPr wrap="square" rtlCol="0">
                  <a:spAutoFit/>
                </a:bodyPr>
                <a:lstStyle/>
                <a:p>
                  <a:pPr algn="ctr"/>
                  <a:r>
                    <a:rPr lang="en-NO" sz="1100" dirty="0">
                      <a:solidFill>
                        <a:schemeClr val="bg2">
                          <a:lumMod val="50000"/>
                        </a:schemeClr>
                      </a:solidFill>
                    </a:rPr>
                    <a:t>6</a:t>
                  </a:r>
                </a:p>
              </p:txBody>
            </p:sp>
            <p:sp>
              <p:nvSpPr>
                <p:cNvPr id="87" name="TextBox 86">
                  <a:extLst>
                    <a:ext uri="{FF2B5EF4-FFF2-40B4-BE49-F238E27FC236}">
                      <a16:creationId xmlns:a16="http://schemas.microsoft.com/office/drawing/2014/main" id="{BD4E47A2-300C-0D0F-F8B2-7E654041C14F}"/>
                    </a:ext>
                  </a:extLst>
                </p:cNvPr>
                <p:cNvSpPr txBox="1"/>
                <p:nvPr/>
              </p:nvSpPr>
              <p:spPr>
                <a:xfrm>
                  <a:off x="7368641" y="1866900"/>
                  <a:ext cx="1130300" cy="261610"/>
                </a:xfrm>
                <a:prstGeom prst="rect">
                  <a:avLst/>
                </a:prstGeom>
                <a:noFill/>
              </p:spPr>
              <p:txBody>
                <a:bodyPr wrap="square" rtlCol="0">
                  <a:spAutoFit/>
                </a:bodyPr>
                <a:lstStyle/>
                <a:p>
                  <a:pPr algn="ctr"/>
                  <a:r>
                    <a:rPr lang="en-NO" sz="1100" dirty="0">
                      <a:solidFill>
                        <a:schemeClr val="bg2">
                          <a:lumMod val="50000"/>
                        </a:schemeClr>
                      </a:solidFill>
                    </a:rPr>
                    <a:t>7</a:t>
                  </a:r>
                </a:p>
              </p:txBody>
            </p:sp>
            <p:sp>
              <p:nvSpPr>
                <p:cNvPr id="88" name="TextBox 87">
                  <a:extLst>
                    <a:ext uri="{FF2B5EF4-FFF2-40B4-BE49-F238E27FC236}">
                      <a16:creationId xmlns:a16="http://schemas.microsoft.com/office/drawing/2014/main" id="{CBDCCB93-59E2-EA7A-C953-AB83735D1D44}"/>
                    </a:ext>
                  </a:extLst>
                </p:cNvPr>
                <p:cNvSpPr txBox="1"/>
                <p:nvPr/>
              </p:nvSpPr>
              <p:spPr>
                <a:xfrm>
                  <a:off x="8552103" y="1866900"/>
                  <a:ext cx="1130300" cy="261610"/>
                </a:xfrm>
                <a:prstGeom prst="rect">
                  <a:avLst/>
                </a:prstGeom>
                <a:noFill/>
              </p:spPr>
              <p:txBody>
                <a:bodyPr wrap="square" rtlCol="0">
                  <a:spAutoFit/>
                </a:bodyPr>
                <a:lstStyle/>
                <a:p>
                  <a:pPr algn="ctr"/>
                  <a:r>
                    <a:rPr lang="en-NO" sz="1100" dirty="0">
                      <a:solidFill>
                        <a:schemeClr val="bg2">
                          <a:lumMod val="50000"/>
                        </a:schemeClr>
                      </a:solidFill>
                    </a:rPr>
                    <a:t>8</a:t>
                  </a:r>
                </a:p>
              </p:txBody>
            </p:sp>
            <p:sp>
              <p:nvSpPr>
                <p:cNvPr id="89" name="TextBox 88">
                  <a:extLst>
                    <a:ext uri="{FF2B5EF4-FFF2-40B4-BE49-F238E27FC236}">
                      <a16:creationId xmlns:a16="http://schemas.microsoft.com/office/drawing/2014/main" id="{CAF0FEC5-1214-26C8-468E-4B7D21D03390}"/>
                    </a:ext>
                  </a:extLst>
                </p:cNvPr>
                <p:cNvSpPr txBox="1"/>
                <p:nvPr/>
              </p:nvSpPr>
              <p:spPr>
                <a:xfrm>
                  <a:off x="9735567" y="1866900"/>
                  <a:ext cx="1130300" cy="261610"/>
                </a:xfrm>
                <a:prstGeom prst="rect">
                  <a:avLst/>
                </a:prstGeom>
                <a:noFill/>
              </p:spPr>
              <p:txBody>
                <a:bodyPr wrap="square" rtlCol="0">
                  <a:spAutoFit/>
                </a:bodyPr>
                <a:lstStyle/>
                <a:p>
                  <a:pPr algn="ctr"/>
                  <a:r>
                    <a:rPr lang="en-NO" sz="1100" dirty="0">
                      <a:solidFill>
                        <a:schemeClr val="bg2">
                          <a:lumMod val="50000"/>
                        </a:schemeClr>
                      </a:solidFill>
                    </a:rPr>
                    <a:t>9</a:t>
                  </a:r>
                </a:p>
              </p:txBody>
            </p:sp>
            <p:sp>
              <p:nvSpPr>
                <p:cNvPr id="90" name="TextBox 89">
                  <a:extLst>
                    <a:ext uri="{FF2B5EF4-FFF2-40B4-BE49-F238E27FC236}">
                      <a16:creationId xmlns:a16="http://schemas.microsoft.com/office/drawing/2014/main" id="{5AE21318-A1AC-14CC-C338-379CEEB238EC}"/>
                    </a:ext>
                  </a:extLst>
                </p:cNvPr>
                <p:cNvSpPr txBox="1"/>
                <p:nvPr/>
              </p:nvSpPr>
              <p:spPr>
                <a:xfrm>
                  <a:off x="10919031" y="1866900"/>
                  <a:ext cx="1130300" cy="261610"/>
                </a:xfrm>
                <a:prstGeom prst="rect">
                  <a:avLst/>
                </a:prstGeom>
                <a:noFill/>
              </p:spPr>
              <p:txBody>
                <a:bodyPr wrap="square" rtlCol="0">
                  <a:spAutoFit/>
                </a:bodyPr>
                <a:lstStyle/>
                <a:p>
                  <a:pPr algn="ctr"/>
                  <a:r>
                    <a:rPr lang="en-NO" sz="1100" dirty="0">
                      <a:solidFill>
                        <a:schemeClr val="bg2">
                          <a:lumMod val="50000"/>
                        </a:schemeClr>
                      </a:solidFill>
                    </a:rPr>
                    <a:t>10</a:t>
                  </a:r>
                </a:p>
              </p:txBody>
            </p:sp>
          </p:grpSp>
          <p:pic>
            <p:nvPicPr>
              <p:cNvPr id="72" name="Graphic 71" descr="Female Profile with solid fill">
                <a:extLst>
                  <a:ext uri="{FF2B5EF4-FFF2-40B4-BE49-F238E27FC236}">
                    <a16:creationId xmlns:a16="http://schemas.microsoft.com/office/drawing/2014/main" id="{2CC0F9EB-F5AE-900E-FEA0-A8B60C4335BE}"/>
                  </a:ext>
                </a:extLst>
              </p:cNvPr>
              <p:cNvPicPr>
                <a:picLocks noChangeAspect="1"/>
              </p:cNvPicPr>
              <p:nvPr/>
            </p:nvPicPr>
            <p:blipFill>
              <a:blip>
                <a:extLst>
                  <a:ext uri="{96DAC541-7B7A-43D3-8B79-37D633B846F1}">
                    <asvg:svgBlip xmlns:asvg="http://schemas.microsoft.com/office/drawing/2016/SVG/main" r:embed="rId5"/>
                  </a:ext>
                </a:extLst>
              </a:blip>
              <a:stretch>
                <a:fillRect/>
              </a:stretch>
            </p:blipFill>
            <p:spPr>
              <a:xfrm>
                <a:off x="2340007" y="357260"/>
                <a:ext cx="1720121" cy="1720121"/>
              </a:xfrm>
              <a:prstGeom prst="rect">
                <a:avLst/>
              </a:prstGeom>
            </p:spPr>
          </p:pic>
          <p:pic>
            <p:nvPicPr>
              <p:cNvPr id="73" name="Graphic 72" descr="Female Profile with solid fill">
                <a:extLst>
                  <a:ext uri="{FF2B5EF4-FFF2-40B4-BE49-F238E27FC236}">
                    <a16:creationId xmlns:a16="http://schemas.microsoft.com/office/drawing/2014/main" id="{6F1295AD-5EAF-B7C5-8BB5-E2E9722B71B5}"/>
                  </a:ext>
                </a:extLst>
              </p:cNvPr>
              <p:cNvPicPr>
                <a:picLocks noChangeAspect="1"/>
              </p:cNvPicPr>
              <p:nvPr/>
            </p:nvPicPr>
            <p:blipFill>
              <a:blip>
                <a:extLst>
                  <a:ext uri="{96DAC541-7B7A-43D3-8B79-37D633B846F1}">
                    <asvg:svgBlip xmlns:asvg="http://schemas.microsoft.com/office/drawing/2016/SVG/main" r:embed="rId5"/>
                  </a:ext>
                </a:extLst>
              </a:blip>
              <a:stretch>
                <a:fillRect/>
              </a:stretch>
            </p:blipFill>
            <p:spPr>
              <a:xfrm>
                <a:off x="1145662" y="357260"/>
                <a:ext cx="1720121" cy="1720121"/>
              </a:xfrm>
              <a:prstGeom prst="rect">
                <a:avLst/>
              </a:prstGeom>
            </p:spPr>
          </p:pic>
          <p:pic>
            <p:nvPicPr>
              <p:cNvPr id="74" name="Graphic 73" descr="Female Profile with solid fill">
                <a:extLst>
                  <a:ext uri="{FF2B5EF4-FFF2-40B4-BE49-F238E27FC236}">
                    <a16:creationId xmlns:a16="http://schemas.microsoft.com/office/drawing/2014/main" id="{76D7804C-3668-C9B1-A326-9F8759F87BA9}"/>
                  </a:ext>
                </a:extLst>
              </p:cNvPr>
              <p:cNvPicPr>
                <a:picLocks noChangeAspect="1"/>
              </p:cNvPicPr>
              <p:nvPr/>
            </p:nvPicPr>
            <p:blipFill>
              <a:blip>
                <a:extLst>
                  <a:ext uri="{96DAC541-7B7A-43D3-8B79-37D633B846F1}">
                    <asvg:svgBlip xmlns:asvg="http://schemas.microsoft.com/office/drawing/2016/SVG/main" r:embed="rId5"/>
                  </a:ext>
                </a:extLst>
              </a:blip>
              <a:stretch>
                <a:fillRect/>
              </a:stretch>
            </p:blipFill>
            <p:spPr>
              <a:xfrm>
                <a:off x="-43336" y="357260"/>
                <a:ext cx="1720121" cy="1720121"/>
              </a:xfrm>
              <a:prstGeom prst="rect">
                <a:avLst/>
              </a:prstGeom>
            </p:spPr>
          </p:pic>
          <p:pic>
            <p:nvPicPr>
              <p:cNvPr id="75" name="Graphic 74" descr="Female Profile with solid fill">
                <a:extLst>
                  <a:ext uri="{FF2B5EF4-FFF2-40B4-BE49-F238E27FC236}">
                    <a16:creationId xmlns:a16="http://schemas.microsoft.com/office/drawing/2014/main" id="{6451E65C-377E-CBEC-4481-CFC0CEE70053}"/>
                  </a:ext>
                </a:extLst>
              </p:cNvPr>
              <p:cNvPicPr>
                <a:picLocks noChangeAspect="1"/>
              </p:cNvPicPr>
              <p:nvPr/>
            </p:nvPicPr>
            <p:blipFill>
              <a:blip>
                <a:extLst>
                  <a:ext uri="{96DAC541-7B7A-43D3-8B79-37D633B846F1}">
                    <asvg:svgBlip xmlns:asvg="http://schemas.microsoft.com/office/drawing/2016/SVG/main" r:embed="rId5"/>
                  </a:ext>
                </a:extLst>
              </a:blip>
              <a:stretch>
                <a:fillRect/>
              </a:stretch>
            </p:blipFill>
            <p:spPr>
              <a:xfrm>
                <a:off x="5889968" y="357258"/>
                <a:ext cx="1720121" cy="1720121"/>
              </a:xfrm>
              <a:prstGeom prst="rect">
                <a:avLst/>
              </a:prstGeom>
            </p:spPr>
          </p:pic>
          <p:pic>
            <p:nvPicPr>
              <p:cNvPr id="76" name="Graphic 75" descr="Female Profile with solid fill">
                <a:extLst>
                  <a:ext uri="{FF2B5EF4-FFF2-40B4-BE49-F238E27FC236}">
                    <a16:creationId xmlns:a16="http://schemas.microsoft.com/office/drawing/2014/main" id="{67F203CA-85D7-9B50-1818-43CB061B724B}"/>
                  </a:ext>
                </a:extLst>
              </p:cNvPr>
              <p:cNvPicPr>
                <a:picLocks noChangeAspect="1"/>
              </p:cNvPicPr>
              <p:nvPr/>
            </p:nvPicPr>
            <p:blipFill>
              <a:blip>
                <a:extLst>
                  <a:ext uri="{96DAC541-7B7A-43D3-8B79-37D633B846F1}">
                    <asvg:svgBlip xmlns:asvg="http://schemas.microsoft.com/office/drawing/2016/SVG/main" r:embed="rId5"/>
                  </a:ext>
                </a:extLst>
              </a:blip>
              <a:stretch>
                <a:fillRect/>
              </a:stretch>
            </p:blipFill>
            <p:spPr>
              <a:xfrm>
                <a:off x="4714618" y="357258"/>
                <a:ext cx="1720121" cy="1720121"/>
              </a:xfrm>
              <a:prstGeom prst="rect">
                <a:avLst/>
              </a:prstGeom>
            </p:spPr>
          </p:pic>
          <p:pic>
            <p:nvPicPr>
              <p:cNvPr id="77" name="Graphic 76" descr="Female Profile with solid fill">
                <a:extLst>
                  <a:ext uri="{FF2B5EF4-FFF2-40B4-BE49-F238E27FC236}">
                    <a16:creationId xmlns:a16="http://schemas.microsoft.com/office/drawing/2014/main" id="{A81C5491-0914-54F6-1D70-34A78E9197B5}"/>
                  </a:ext>
                </a:extLst>
              </p:cNvPr>
              <p:cNvPicPr>
                <a:picLocks noChangeAspect="1"/>
              </p:cNvPicPr>
              <p:nvPr/>
            </p:nvPicPr>
            <p:blipFill>
              <a:blip>
                <a:extLst>
                  <a:ext uri="{96DAC541-7B7A-43D3-8B79-37D633B846F1}">
                    <asvg:svgBlip xmlns:asvg="http://schemas.microsoft.com/office/drawing/2016/SVG/main" r:embed="rId6"/>
                  </a:ext>
                </a:extLst>
              </a:blip>
              <a:stretch>
                <a:fillRect/>
              </a:stretch>
            </p:blipFill>
            <p:spPr>
              <a:xfrm>
                <a:off x="8266339" y="357257"/>
                <a:ext cx="1720121" cy="1720121"/>
              </a:xfrm>
              <a:prstGeom prst="rect">
                <a:avLst/>
              </a:prstGeom>
            </p:spPr>
          </p:pic>
          <p:pic>
            <p:nvPicPr>
              <p:cNvPr id="78" name="Graphic 77" descr="Female Profile with solid fill">
                <a:extLst>
                  <a:ext uri="{FF2B5EF4-FFF2-40B4-BE49-F238E27FC236}">
                    <a16:creationId xmlns:a16="http://schemas.microsoft.com/office/drawing/2014/main" id="{603FCC0B-68E7-0A3C-F1FA-62836CB12AE1}"/>
                  </a:ext>
                </a:extLst>
              </p:cNvPr>
              <p:cNvPicPr>
                <a:picLocks noChangeAspect="1"/>
              </p:cNvPicPr>
              <p:nvPr/>
            </p:nvPicPr>
            <p:blipFill>
              <a:blip>
                <a:extLst>
                  <a:ext uri="{96DAC541-7B7A-43D3-8B79-37D633B846F1}">
                    <asvg:svgBlip xmlns:asvg="http://schemas.microsoft.com/office/drawing/2016/SVG/main" r:embed="rId5"/>
                  </a:ext>
                </a:extLst>
              </a:blip>
              <a:stretch>
                <a:fillRect/>
              </a:stretch>
            </p:blipFill>
            <p:spPr>
              <a:xfrm>
                <a:off x="7077341" y="357257"/>
                <a:ext cx="1720121" cy="1720121"/>
              </a:xfrm>
              <a:prstGeom prst="rect">
                <a:avLst/>
              </a:prstGeom>
            </p:spPr>
          </p:pic>
          <p:pic>
            <p:nvPicPr>
              <p:cNvPr id="79" name="Graphic 78" descr="Female Profile with solid fill">
                <a:extLst>
                  <a:ext uri="{FF2B5EF4-FFF2-40B4-BE49-F238E27FC236}">
                    <a16:creationId xmlns:a16="http://schemas.microsoft.com/office/drawing/2014/main" id="{B3B6210D-ED14-1D5F-06BC-40C3BC53881B}"/>
                  </a:ext>
                </a:extLst>
              </p:cNvPr>
              <p:cNvPicPr>
                <a:picLocks noChangeAspect="1"/>
              </p:cNvPicPr>
              <p:nvPr/>
            </p:nvPicPr>
            <p:blipFill>
              <a:blip>
                <a:extLst>
                  <a:ext uri="{96DAC541-7B7A-43D3-8B79-37D633B846F1}">
                    <asvg:svgBlip xmlns:asvg="http://schemas.microsoft.com/office/drawing/2016/SVG/main" r:embed="rId5"/>
                  </a:ext>
                </a:extLst>
              </a:blip>
              <a:stretch>
                <a:fillRect/>
              </a:stretch>
            </p:blipFill>
            <p:spPr>
              <a:xfrm>
                <a:off x="10640950" y="357256"/>
                <a:ext cx="1720121" cy="1720121"/>
              </a:xfrm>
              <a:prstGeom prst="rect">
                <a:avLst/>
              </a:prstGeom>
            </p:spPr>
          </p:pic>
          <p:pic>
            <p:nvPicPr>
              <p:cNvPr id="80" name="Graphic 79" descr="Female Profile with solid fill">
                <a:extLst>
                  <a:ext uri="{FF2B5EF4-FFF2-40B4-BE49-F238E27FC236}">
                    <a16:creationId xmlns:a16="http://schemas.microsoft.com/office/drawing/2014/main" id="{DE81C6C9-EBBC-0A1D-3A89-7DFCD50B4D18}"/>
                  </a:ext>
                </a:extLst>
              </p:cNvPr>
              <p:cNvPicPr>
                <a:picLocks noChangeAspect="1"/>
              </p:cNvPicPr>
              <p:nvPr/>
            </p:nvPicPr>
            <p:blipFill>
              <a:blip>
                <a:extLst>
                  <a:ext uri="{96DAC541-7B7A-43D3-8B79-37D633B846F1}">
                    <asvg:svgBlip xmlns:asvg="http://schemas.microsoft.com/office/drawing/2016/SVG/main" r:embed="rId7"/>
                  </a:ext>
                </a:extLst>
              </a:blip>
              <a:stretch>
                <a:fillRect/>
              </a:stretch>
            </p:blipFill>
            <p:spPr>
              <a:xfrm>
                <a:off x="9451952" y="357256"/>
                <a:ext cx="1720121" cy="1720121"/>
              </a:xfrm>
              <a:prstGeom prst="rect">
                <a:avLst/>
              </a:prstGeom>
            </p:spPr>
          </p:pic>
        </p:grpSp>
      </p:grpSp>
      <p:grpSp>
        <p:nvGrpSpPr>
          <p:cNvPr id="91" name="Group 90">
            <a:extLst>
              <a:ext uri="{FF2B5EF4-FFF2-40B4-BE49-F238E27FC236}">
                <a16:creationId xmlns:a16="http://schemas.microsoft.com/office/drawing/2014/main" id="{79D6D287-A640-886E-9464-7C9E1C696E4D}"/>
              </a:ext>
            </a:extLst>
          </p:cNvPr>
          <p:cNvGrpSpPr/>
          <p:nvPr/>
        </p:nvGrpSpPr>
        <p:grpSpPr>
          <a:xfrm>
            <a:off x="25795" y="4422493"/>
            <a:ext cx="12444979" cy="1830666"/>
            <a:chOff x="25795" y="4422493"/>
            <a:chExt cx="12444979" cy="1830666"/>
          </a:xfrm>
        </p:grpSpPr>
        <p:sp>
          <p:nvSpPr>
            <p:cNvPr id="92" name="Rounded Rectangle 91">
              <a:extLst>
                <a:ext uri="{FF2B5EF4-FFF2-40B4-BE49-F238E27FC236}">
                  <a16:creationId xmlns:a16="http://schemas.microsoft.com/office/drawing/2014/main" id="{8D590C54-86FB-1D7E-945A-04891967B6CE}"/>
                </a:ext>
              </a:extLst>
            </p:cNvPr>
            <p:cNvSpPr/>
            <p:nvPr/>
          </p:nvSpPr>
          <p:spPr>
            <a:xfrm>
              <a:off x="8655732" y="4422493"/>
              <a:ext cx="2340000" cy="1830666"/>
            </a:xfrm>
            <a:prstGeom prst="roundRect">
              <a:avLst>
                <a:gd name="adj" fmla="val 11754"/>
              </a:avLst>
            </a:prstGeom>
            <a:solidFill>
              <a:schemeClr val="accent4">
                <a:lumMod val="20000"/>
                <a:lumOff val="80000"/>
                <a:alpha val="60000"/>
              </a:schemeClr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NO"/>
            </a:p>
          </p:txBody>
        </p:sp>
        <p:grpSp>
          <p:nvGrpSpPr>
            <p:cNvPr id="93" name="Group 92">
              <a:extLst>
                <a:ext uri="{FF2B5EF4-FFF2-40B4-BE49-F238E27FC236}">
                  <a16:creationId xmlns:a16="http://schemas.microsoft.com/office/drawing/2014/main" id="{7D104670-4795-4141-5461-7DB17F3FD172}"/>
                </a:ext>
              </a:extLst>
            </p:cNvPr>
            <p:cNvGrpSpPr/>
            <p:nvPr/>
          </p:nvGrpSpPr>
          <p:grpSpPr>
            <a:xfrm>
              <a:off x="25795" y="4422493"/>
              <a:ext cx="12444979" cy="1780819"/>
              <a:chOff x="-117019" y="4132267"/>
              <a:chExt cx="12444979" cy="1780819"/>
            </a:xfrm>
          </p:grpSpPr>
          <p:grpSp>
            <p:nvGrpSpPr>
              <p:cNvPr id="94" name="Group 93">
                <a:extLst>
                  <a:ext uri="{FF2B5EF4-FFF2-40B4-BE49-F238E27FC236}">
                    <a16:creationId xmlns:a16="http://schemas.microsoft.com/office/drawing/2014/main" id="{6BE88142-67B0-DC24-5CD8-ADABAAB88B47}"/>
                  </a:ext>
                </a:extLst>
              </p:cNvPr>
              <p:cNvGrpSpPr/>
              <p:nvPr/>
            </p:nvGrpSpPr>
            <p:grpSpPr>
              <a:xfrm>
                <a:off x="204107" y="5647329"/>
                <a:ext cx="11782631" cy="265757"/>
                <a:chOff x="266700" y="1866900"/>
                <a:chExt cx="11782631" cy="265757"/>
              </a:xfrm>
            </p:grpSpPr>
            <p:sp>
              <p:nvSpPr>
                <p:cNvPr id="105" name="TextBox 104">
                  <a:extLst>
                    <a:ext uri="{FF2B5EF4-FFF2-40B4-BE49-F238E27FC236}">
                      <a16:creationId xmlns:a16="http://schemas.microsoft.com/office/drawing/2014/main" id="{CC173AA9-E303-398C-C19A-441E97B03708}"/>
                    </a:ext>
                  </a:extLst>
                </p:cNvPr>
                <p:cNvSpPr txBox="1"/>
                <p:nvPr/>
              </p:nvSpPr>
              <p:spPr>
                <a:xfrm>
                  <a:off x="266700" y="1866900"/>
                  <a:ext cx="1130300" cy="261610"/>
                </a:xfrm>
                <a:prstGeom prst="rect">
                  <a:avLst/>
                </a:prstGeom>
                <a:noFill/>
              </p:spPr>
              <p:txBody>
                <a:bodyPr wrap="square" rtlCol="0">
                  <a:spAutoFit/>
                </a:bodyPr>
                <a:lstStyle/>
                <a:p>
                  <a:pPr algn="ctr"/>
                  <a:r>
                    <a:rPr lang="en-NO" sz="1100" dirty="0">
                      <a:solidFill>
                        <a:schemeClr val="bg2">
                          <a:lumMod val="50000"/>
                        </a:schemeClr>
                      </a:solidFill>
                    </a:rPr>
                    <a:t>1</a:t>
                  </a:r>
                </a:p>
              </p:txBody>
            </p:sp>
            <p:sp>
              <p:nvSpPr>
                <p:cNvPr id="106" name="TextBox 105">
                  <a:extLst>
                    <a:ext uri="{FF2B5EF4-FFF2-40B4-BE49-F238E27FC236}">
                      <a16:creationId xmlns:a16="http://schemas.microsoft.com/office/drawing/2014/main" id="{7627D267-CC2F-C1EB-30BE-3F20ACC65407}"/>
                    </a:ext>
                  </a:extLst>
                </p:cNvPr>
                <p:cNvSpPr txBox="1"/>
                <p:nvPr/>
              </p:nvSpPr>
              <p:spPr>
                <a:xfrm>
                  <a:off x="1455228" y="1866900"/>
                  <a:ext cx="1130300" cy="261610"/>
                </a:xfrm>
                <a:prstGeom prst="rect">
                  <a:avLst/>
                </a:prstGeom>
                <a:noFill/>
              </p:spPr>
              <p:txBody>
                <a:bodyPr wrap="square" rtlCol="0">
                  <a:spAutoFit/>
                </a:bodyPr>
                <a:lstStyle/>
                <a:p>
                  <a:pPr algn="ctr"/>
                  <a:r>
                    <a:rPr lang="en-NO" sz="1100" dirty="0">
                      <a:solidFill>
                        <a:schemeClr val="bg2">
                          <a:lumMod val="50000"/>
                        </a:schemeClr>
                      </a:solidFill>
                    </a:rPr>
                    <a:t>2</a:t>
                  </a:r>
                </a:p>
              </p:txBody>
            </p:sp>
            <p:sp>
              <p:nvSpPr>
                <p:cNvPr id="107" name="TextBox 106">
                  <a:extLst>
                    <a:ext uri="{FF2B5EF4-FFF2-40B4-BE49-F238E27FC236}">
                      <a16:creationId xmlns:a16="http://schemas.microsoft.com/office/drawing/2014/main" id="{9ECC8042-C9BD-4EFF-847F-15A34ED06864}"/>
                    </a:ext>
                  </a:extLst>
                </p:cNvPr>
                <p:cNvSpPr txBox="1"/>
                <p:nvPr/>
              </p:nvSpPr>
              <p:spPr>
                <a:xfrm>
                  <a:off x="2642599" y="1871047"/>
                  <a:ext cx="1130300" cy="261610"/>
                </a:xfrm>
                <a:prstGeom prst="rect">
                  <a:avLst/>
                </a:prstGeom>
                <a:noFill/>
              </p:spPr>
              <p:txBody>
                <a:bodyPr wrap="square" rtlCol="0">
                  <a:spAutoFit/>
                </a:bodyPr>
                <a:lstStyle/>
                <a:p>
                  <a:pPr algn="ctr"/>
                  <a:r>
                    <a:rPr lang="en-NO" sz="1100" dirty="0">
                      <a:solidFill>
                        <a:schemeClr val="bg2">
                          <a:lumMod val="50000"/>
                        </a:schemeClr>
                      </a:solidFill>
                    </a:rPr>
                    <a:t>3</a:t>
                  </a:r>
                </a:p>
              </p:txBody>
            </p:sp>
            <p:sp>
              <p:nvSpPr>
                <p:cNvPr id="108" name="TextBox 107">
                  <a:extLst>
                    <a:ext uri="{FF2B5EF4-FFF2-40B4-BE49-F238E27FC236}">
                      <a16:creationId xmlns:a16="http://schemas.microsoft.com/office/drawing/2014/main" id="{0B78FF17-4776-53F5-E942-E8A36A2F5916}"/>
                    </a:ext>
                  </a:extLst>
                </p:cNvPr>
                <p:cNvSpPr txBox="1"/>
                <p:nvPr/>
              </p:nvSpPr>
              <p:spPr>
                <a:xfrm>
                  <a:off x="3826063" y="1866900"/>
                  <a:ext cx="1130300" cy="261610"/>
                </a:xfrm>
                <a:prstGeom prst="rect">
                  <a:avLst/>
                </a:prstGeom>
                <a:noFill/>
              </p:spPr>
              <p:txBody>
                <a:bodyPr wrap="square" rtlCol="0">
                  <a:spAutoFit/>
                </a:bodyPr>
                <a:lstStyle/>
                <a:p>
                  <a:pPr algn="ctr"/>
                  <a:r>
                    <a:rPr lang="en-NO" sz="1100" dirty="0">
                      <a:solidFill>
                        <a:schemeClr val="bg2">
                          <a:lumMod val="50000"/>
                        </a:schemeClr>
                      </a:solidFill>
                    </a:rPr>
                    <a:t>4</a:t>
                  </a:r>
                </a:p>
              </p:txBody>
            </p:sp>
            <p:sp>
              <p:nvSpPr>
                <p:cNvPr id="109" name="TextBox 108">
                  <a:extLst>
                    <a:ext uri="{FF2B5EF4-FFF2-40B4-BE49-F238E27FC236}">
                      <a16:creationId xmlns:a16="http://schemas.microsoft.com/office/drawing/2014/main" id="{9EB77426-4100-8054-EA1B-0993D791CCDE}"/>
                    </a:ext>
                  </a:extLst>
                </p:cNvPr>
                <p:cNvSpPr txBox="1"/>
                <p:nvPr/>
              </p:nvSpPr>
              <p:spPr>
                <a:xfrm>
                  <a:off x="5001712" y="1866900"/>
                  <a:ext cx="1130300" cy="261610"/>
                </a:xfrm>
                <a:prstGeom prst="rect">
                  <a:avLst/>
                </a:prstGeom>
                <a:noFill/>
              </p:spPr>
              <p:txBody>
                <a:bodyPr wrap="square" rtlCol="0">
                  <a:spAutoFit/>
                </a:bodyPr>
                <a:lstStyle/>
                <a:p>
                  <a:pPr algn="ctr"/>
                  <a:r>
                    <a:rPr lang="en-NO" sz="1100" dirty="0">
                      <a:solidFill>
                        <a:schemeClr val="bg2">
                          <a:lumMod val="50000"/>
                        </a:schemeClr>
                      </a:solidFill>
                    </a:rPr>
                    <a:t>5</a:t>
                  </a:r>
                </a:p>
              </p:txBody>
            </p:sp>
            <p:sp>
              <p:nvSpPr>
                <p:cNvPr id="110" name="TextBox 109">
                  <a:extLst>
                    <a:ext uri="{FF2B5EF4-FFF2-40B4-BE49-F238E27FC236}">
                      <a16:creationId xmlns:a16="http://schemas.microsoft.com/office/drawing/2014/main" id="{216BD178-ADFB-A26D-E006-D49F9861CAB5}"/>
                    </a:ext>
                  </a:extLst>
                </p:cNvPr>
                <p:cNvSpPr txBox="1"/>
                <p:nvPr/>
              </p:nvSpPr>
              <p:spPr>
                <a:xfrm>
                  <a:off x="6185175" y="1866900"/>
                  <a:ext cx="1130300" cy="261610"/>
                </a:xfrm>
                <a:prstGeom prst="rect">
                  <a:avLst/>
                </a:prstGeom>
                <a:noFill/>
              </p:spPr>
              <p:txBody>
                <a:bodyPr wrap="square" rtlCol="0">
                  <a:spAutoFit/>
                </a:bodyPr>
                <a:lstStyle/>
                <a:p>
                  <a:pPr algn="ctr"/>
                  <a:r>
                    <a:rPr lang="en-NO" sz="1100" dirty="0">
                      <a:solidFill>
                        <a:schemeClr val="bg2">
                          <a:lumMod val="50000"/>
                        </a:schemeClr>
                      </a:solidFill>
                    </a:rPr>
                    <a:t>6</a:t>
                  </a:r>
                </a:p>
              </p:txBody>
            </p:sp>
            <p:sp>
              <p:nvSpPr>
                <p:cNvPr id="111" name="TextBox 110">
                  <a:extLst>
                    <a:ext uri="{FF2B5EF4-FFF2-40B4-BE49-F238E27FC236}">
                      <a16:creationId xmlns:a16="http://schemas.microsoft.com/office/drawing/2014/main" id="{E2D1ECFB-E3A6-19BD-E1F3-56CB4F4A0135}"/>
                    </a:ext>
                  </a:extLst>
                </p:cNvPr>
                <p:cNvSpPr txBox="1"/>
                <p:nvPr/>
              </p:nvSpPr>
              <p:spPr>
                <a:xfrm>
                  <a:off x="7368641" y="1866900"/>
                  <a:ext cx="1130300" cy="261610"/>
                </a:xfrm>
                <a:prstGeom prst="rect">
                  <a:avLst/>
                </a:prstGeom>
                <a:noFill/>
              </p:spPr>
              <p:txBody>
                <a:bodyPr wrap="square" rtlCol="0">
                  <a:spAutoFit/>
                </a:bodyPr>
                <a:lstStyle/>
                <a:p>
                  <a:pPr algn="ctr"/>
                  <a:r>
                    <a:rPr lang="en-NO" sz="1100" dirty="0">
                      <a:solidFill>
                        <a:schemeClr val="bg2">
                          <a:lumMod val="50000"/>
                        </a:schemeClr>
                      </a:solidFill>
                    </a:rPr>
                    <a:t>7</a:t>
                  </a:r>
                </a:p>
              </p:txBody>
            </p:sp>
            <p:sp>
              <p:nvSpPr>
                <p:cNvPr id="112" name="TextBox 111">
                  <a:extLst>
                    <a:ext uri="{FF2B5EF4-FFF2-40B4-BE49-F238E27FC236}">
                      <a16:creationId xmlns:a16="http://schemas.microsoft.com/office/drawing/2014/main" id="{15CC82BD-25B3-00A1-8396-487D5472B292}"/>
                    </a:ext>
                  </a:extLst>
                </p:cNvPr>
                <p:cNvSpPr txBox="1"/>
                <p:nvPr/>
              </p:nvSpPr>
              <p:spPr>
                <a:xfrm>
                  <a:off x="8552103" y="1866900"/>
                  <a:ext cx="1130300" cy="261610"/>
                </a:xfrm>
                <a:prstGeom prst="rect">
                  <a:avLst/>
                </a:prstGeom>
                <a:noFill/>
              </p:spPr>
              <p:txBody>
                <a:bodyPr wrap="square" rtlCol="0">
                  <a:spAutoFit/>
                </a:bodyPr>
                <a:lstStyle/>
                <a:p>
                  <a:pPr algn="ctr"/>
                  <a:r>
                    <a:rPr lang="en-NO" sz="1100" dirty="0">
                      <a:solidFill>
                        <a:schemeClr val="bg2">
                          <a:lumMod val="50000"/>
                        </a:schemeClr>
                      </a:solidFill>
                    </a:rPr>
                    <a:t>8</a:t>
                  </a:r>
                </a:p>
              </p:txBody>
            </p:sp>
            <p:sp>
              <p:nvSpPr>
                <p:cNvPr id="113" name="TextBox 112">
                  <a:extLst>
                    <a:ext uri="{FF2B5EF4-FFF2-40B4-BE49-F238E27FC236}">
                      <a16:creationId xmlns:a16="http://schemas.microsoft.com/office/drawing/2014/main" id="{CB9F57C5-6DE0-E52A-879E-C6447F95ADD9}"/>
                    </a:ext>
                  </a:extLst>
                </p:cNvPr>
                <p:cNvSpPr txBox="1"/>
                <p:nvPr/>
              </p:nvSpPr>
              <p:spPr>
                <a:xfrm>
                  <a:off x="9735567" y="1866900"/>
                  <a:ext cx="1130300" cy="261610"/>
                </a:xfrm>
                <a:prstGeom prst="rect">
                  <a:avLst/>
                </a:prstGeom>
                <a:noFill/>
              </p:spPr>
              <p:txBody>
                <a:bodyPr wrap="square" rtlCol="0">
                  <a:spAutoFit/>
                </a:bodyPr>
                <a:lstStyle/>
                <a:p>
                  <a:pPr algn="ctr"/>
                  <a:r>
                    <a:rPr lang="en-NO" sz="1100" dirty="0">
                      <a:solidFill>
                        <a:schemeClr val="bg2">
                          <a:lumMod val="50000"/>
                        </a:schemeClr>
                      </a:solidFill>
                    </a:rPr>
                    <a:t>9</a:t>
                  </a:r>
                </a:p>
              </p:txBody>
            </p:sp>
            <p:sp>
              <p:nvSpPr>
                <p:cNvPr id="114" name="TextBox 113">
                  <a:extLst>
                    <a:ext uri="{FF2B5EF4-FFF2-40B4-BE49-F238E27FC236}">
                      <a16:creationId xmlns:a16="http://schemas.microsoft.com/office/drawing/2014/main" id="{63433125-41B9-1605-19FE-F95FC1F3593E}"/>
                    </a:ext>
                  </a:extLst>
                </p:cNvPr>
                <p:cNvSpPr txBox="1"/>
                <p:nvPr/>
              </p:nvSpPr>
              <p:spPr>
                <a:xfrm>
                  <a:off x="10919031" y="1866900"/>
                  <a:ext cx="1130300" cy="261610"/>
                </a:xfrm>
                <a:prstGeom prst="rect">
                  <a:avLst/>
                </a:prstGeom>
                <a:noFill/>
              </p:spPr>
              <p:txBody>
                <a:bodyPr wrap="square" rtlCol="0">
                  <a:spAutoFit/>
                </a:bodyPr>
                <a:lstStyle/>
                <a:p>
                  <a:pPr algn="ctr"/>
                  <a:r>
                    <a:rPr lang="en-NO" sz="1100" dirty="0">
                      <a:solidFill>
                        <a:schemeClr val="bg2">
                          <a:lumMod val="50000"/>
                        </a:schemeClr>
                      </a:solidFill>
                    </a:rPr>
                    <a:t>10</a:t>
                  </a:r>
                </a:p>
              </p:txBody>
            </p:sp>
          </p:grpSp>
          <p:pic>
            <p:nvPicPr>
              <p:cNvPr id="95" name="Graphic 94" descr="User with solid fill">
                <a:extLst>
                  <a:ext uri="{FF2B5EF4-FFF2-40B4-BE49-F238E27FC236}">
                    <a16:creationId xmlns:a16="http://schemas.microsoft.com/office/drawing/2014/main" id="{D69CB00C-8DD2-4529-893C-241F450F5494}"/>
                  </a:ext>
                </a:extLst>
              </p:cNvPr>
              <p:cNvPicPr>
                <a:picLocks noChangeAspect="1"/>
              </p:cNvPicPr>
              <p:nvPr/>
            </p:nvPicPr>
            <p:blipFill>
              <a:blip>
                <a:extLst>
                  <a:ext uri="{96DAC541-7B7A-43D3-8B79-37D633B846F1}">
                    <asvg:svgBlip xmlns:asvg="http://schemas.microsoft.com/office/drawing/2016/SVG/main" r:embed="rId8"/>
                  </a:ext>
                </a:extLst>
              </a:blip>
              <a:stretch>
                <a:fillRect/>
              </a:stretch>
            </p:blipFill>
            <p:spPr>
              <a:xfrm>
                <a:off x="4643869" y="4133608"/>
                <a:ext cx="1720800" cy="1720800"/>
              </a:xfrm>
              <a:prstGeom prst="rect">
                <a:avLst/>
              </a:prstGeom>
            </p:spPr>
          </p:pic>
          <p:pic>
            <p:nvPicPr>
              <p:cNvPr id="96" name="Graphic 95" descr="User with solid fill">
                <a:extLst>
                  <a:ext uri="{FF2B5EF4-FFF2-40B4-BE49-F238E27FC236}">
                    <a16:creationId xmlns:a16="http://schemas.microsoft.com/office/drawing/2014/main" id="{1F5B1789-5C12-FEB5-A755-836910A5ADF7}"/>
                  </a:ext>
                </a:extLst>
              </p:cNvPr>
              <p:cNvPicPr>
                <a:picLocks noChangeAspect="1"/>
              </p:cNvPicPr>
              <p:nvPr/>
            </p:nvPicPr>
            <p:blipFill>
              <a:blip>
                <a:extLst>
                  <a:ext uri="{96DAC541-7B7A-43D3-8B79-37D633B846F1}">
                    <asvg:svgBlip xmlns:asvg="http://schemas.microsoft.com/office/drawing/2016/SVG/main" r:embed="rId9"/>
                  </a:ext>
                </a:extLst>
              </a:blip>
              <a:stretch>
                <a:fillRect/>
              </a:stretch>
            </p:blipFill>
            <p:spPr>
              <a:xfrm>
                <a:off x="3446415" y="4133547"/>
                <a:ext cx="1720800" cy="1720800"/>
              </a:xfrm>
              <a:prstGeom prst="rect">
                <a:avLst/>
              </a:prstGeom>
            </p:spPr>
          </p:pic>
          <p:pic>
            <p:nvPicPr>
              <p:cNvPr id="97" name="Graphic 96" descr="User with solid fill">
                <a:extLst>
                  <a:ext uri="{FF2B5EF4-FFF2-40B4-BE49-F238E27FC236}">
                    <a16:creationId xmlns:a16="http://schemas.microsoft.com/office/drawing/2014/main" id="{AFB679D8-B7C7-5E17-57F9-308582B24BDE}"/>
                  </a:ext>
                </a:extLst>
              </p:cNvPr>
              <p:cNvPicPr>
                <a:picLocks noChangeAspect="1"/>
              </p:cNvPicPr>
              <p:nvPr/>
            </p:nvPicPr>
            <p:blipFill>
              <a:blip>
                <a:extLst>
                  <a:ext uri="{96DAC541-7B7A-43D3-8B79-37D633B846F1}">
                    <asvg:svgBlip xmlns:asvg="http://schemas.microsoft.com/office/drawing/2016/SVG/main" r:embed="rId9"/>
                  </a:ext>
                </a:extLst>
              </a:blip>
              <a:stretch>
                <a:fillRect/>
              </a:stretch>
            </p:blipFill>
            <p:spPr>
              <a:xfrm>
                <a:off x="2266167" y="4132267"/>
                <a:ext cx="1720800" cy="1720800"/>
              </a:xfrm>
              <a:prstGeom prst="rect">
                <a:avLst/>
              </a:prstGeom>
            </p:spPr>
          </p:pic>
          <p:pic>
            <p:nvPicPr>
              <p:cNvPr id="98" name="Graphic 97" descr="User with solid fill">
                <a:extLst>
                  <a:ext uri="{FF2B5EF4-FFF2-40B4-BE49-F238E27FC236}">
                    <a16:creationId xmlns:a16="http://schemas.microsoft.com/office/drawing/2014/main" id="{9E4ED38B-9C15-E435-AF47-51031C60466C}"/>
                  </a:ext>
                </a:extLst>
              </p:cNvPr>
              <p:cNvPicPr>
                <a:picLocks noChangeAspect="1"/>
              </p:cNvPicPr>
              <p:nvPr/>
            </p:nvPicPr>
            <p:blipFill>
              <a:blip>
                <a:extLst>
                  <a:ext uri="{96DAC541-7B7A-43D3-8B79-37D633B846F1}">
                    <asvg:svgBlip xmlns:asvg="http://schemas.microsoft.com/office/drawing/2016/SVG/main" r:embed="rId9"/>
                  </a:ext>
                </a:extLst>
              </a:blip>
              <a:stretch>
                <a:fillRect/>
              </a:stretch>
            </p:blipFill>
            <p:spPr>
              <a:xfrm>
                <a:off x="1072795" y="4133608"/>
                <a:ext cx="1720800" cy="1720800"/>
              </a:xfrm>
              <a:prstGeom prst="rect">
                <a:avLst/>
              </a:prstGeom>
            </p:spPr>
          </p:pic>
          <p:pic>
            <p:nvPicPr>
              <p:cNvPr id="99" name="Graphic 98" descr="User with solid fill">
                <a:extLst>
                  <a:ext uri="{FF2B5EF4-FFF2-40B4-BE49-F238E27FC236}">
                    <a16:creationId xmlns:a16="http://schemas.microsoft.com/office/drawing/2014/main" id="{576D0D10-0D2B-C159-A81E-650C7B0B83BF}"/>
                  </a:ext>
                </a:extLst>
              </p:cNvPr>
              <p:cNvPicPr>
                <a:picLocks noChangeAspect="1"/>
              </p:cNvPicPr>
              <p:nvPr/>
            </p:nvPicPr>
            <p:blipFill>
              <a:blip>
                <a:extLst>
                  <a:ext uri="{96DAC541-7B7A-43D3-8B79-37D633B846F1}">
                    <asvg:svgBlip xmlns:asvg="http://schemas.microsoft.com/office/drawing/2016/SVG/main" r:embed="rId9"/>
                  </a:ext>
                </a:extLst>
              </a:blip>
              <a:stretch>
                <a:fillRect/>
              </a:stretch>
            </p:blipFill>
            <p:spPr>
              <a:xfrm>
                <a:off x="-117019" y="4133547"/>
                <a:ext cx="1720800" cy="1720800"/>
              </a:xfrm>
              <a:prstGeom prst="rect">
                <a:avLst/>
              </a:prstGeom>
            </p:spPr>
          </p:pic>
          <p:pic>
            <p:nvPicPr>
              <p:cNvPr id="100" name="Graphic 99" descr="User with solid fill">
                <a:extLst>
                  <a:ext uri="{FF2B5EF4-FFF2-40B4-BE49-F238E27FC236}">
                    <a16:creationId xmlns:a16="http://schemas.microsoft.com/office/drawing/2014/main" id="{2D73D71B-CB73-EAF0-E5CF-C471E6895258}"/>
                  </a:ext>
                </a:extLst>
              </p:cNvPr>
              <p:cNvPicPr>
                <a:picLocks noChangeAspect="1"/>
              </p:cNvPicPr>
              <p:nvPr/>
            </p:nvPicPr>
            <p:blipFill>
              <a:blip>
                <a:extLst>
                  <a:ext uri="{96DAC541-7B7A-43D3-8B79-37D633B846F1}">
                    <asvg:svgBlip xmlns:asvg="http://schemas.microsoft.com/office/drawing/2016/SVG/main" r:embed="rId9"/>
                  </a:ext>
                </a:extLst>
              </a:blip>
              <a:stretch>
                <a:fillRect/>
              </a:stretch>
            </p:blipFill>
            <p:spPr>
              <a:xfrm>
                <a:off x="10607160" y="4137690"/>
                <a:ext cx="1720800" cy="1720800"/>
              </a:xfrm>
              <a:prstGeom prst="rect">
                <a:avLst/>
              </a:prstGeom>
            </p:spPr>
          </p:pic>
          <p:pic>
            <p:nvPicPr>
              <p:cNvPr id="101" name="Graphic 100" descr="User with solid fill">
                <a:extLst>
                  <a:ext uri="{FF2B5EF4-FFF2-40B4-BE49-F238E27FC236}">
                    <a16:creationId xmlns:a16="http://schemas.microsoft.com/office/drawing/2014/main" id="{743B6ACF-4C9E-639B-E919-B93564B65505}"/>
                  </a:ext>
                </a:extLst>
              </p:cNvPr>
              <p:cNvPicPr>
                <a:picLocks noChangeAspect="1"/>
              </p:cNvPicPr>
              <p:nvPr/>
            </p:nvPicPr>
            <p:blipFill>
              <a:blip>
                <a:extLst>
                  <a:ext uri="{96DAC541-7B7A-43D3-8B79-37D633B846F1}">
                    <asvg:svgBlip xmlns:asvg="http://schemas.microsoft.com/office/drawing/2016/SVG/main" r:embed="rId10"/>
                  </a:ext>
                </a:extLst>
              </a:blip>
              <a:stretch>
                <a:fillRect/>
              </a:stretch>
            </p:blipFill>
            <p:spPr>
              <a:xfrm>
                <a:off x="9409706" y="4133547"/>
                <a:ext cx="1720800" cy="1720800"/>
              </a:xfrm>
              <a:prstGeom prst="rect">
                <a:avLst/>
              </a:prstGeom>
            </p:spPr>
          </p:pic>
          <p:pic>
            <p:nvPicPr>
              <p:cNvPr id="102" name="Graphic 101" descr="User with solid fill">
                <a:extLst>
                  <a:ext uri="{FF2B5EF4-FFF2-40B4-BE49-F238E27FC236}">
                    <a16:creationId xmlns:a16="http://schemas.microsoft.com/office/drawing/2014/main" id="{E12F830E-4589-FB50-3F9C-38A5CC8730F1}"/>
                  </a:ext>
                </a:extLst>
              </p:cNvPr>
              <p:cNvPicPr>
                <a:picLocks noChangeAspect="1"/>
              </p:cNvPicPr>
              <p:nvPr/>
            </p:nvPicPr>
            <p:blipFill>
              <a:blip>
                <a:extLst>
                  <a:ext uri="{96DAC541-7B7A-43D3-8B79-37D633B846F1}">
                    <asvg:svgBlip xmlns:asvg="http://schemas.microsoft.com/office/drawing/2016/SVG/main" r:embed="rId11"/>
                  </a:ext>
                </a:extLst>
              </a:blip>
              <a:stretch>
                <a:fillRect/>
              </a:stretch>
            </p:blipFill>
            <p:spPr>
              <a:xfrm>
                <a:off x="8233540" y="4137629"/>
                <a:ext cx="1720800" cy="1720800"/>
              </a:xfrm>
              <a:prstGeom prst="rect">
                <a:avLst/>
              </a:prstGeom>
            </p:spPr>
          </p:pic>
          <p:pic>
            <p:nvPicPr>
              <p:cNvPr id="103" name="Graphic 102" descr="User with solid fill">
                <a:extLst>
                  <a:ext uri="{FF2B5EF4-FFF2-40B4-BE49-F238E27FC236}">
                    <a16:creationId xmlns:a16="http://schemas.microsoft.com/office/drawing/2014/main" id="{34E47992-AAF3-C3B7-560E-3675296411F2}"/>
                  </a:ext>
                </a:extLst>
              </p:cNvPr>
              <p:cNvPicPr>
                <a:picLocks noChangeAspect="1"/>
              </p:cNvPicPr>
              <p:nvPr/>
            </p:nvPicPr>
            <p:blipFill>
              <a:blip>
                <a:extLst>
                  <a:ext uri="{96DAC541-7B7A-43D3-8B79-37D633B846F1}">
                    <asvg:svgBlip xmlns:asvg="http://schemas.microsoft.com/office/drawing/2016/SVG/main" r:embed="rId9"/>
                  </a:ext>
                </a:extLst>
              </a:blip>
              <a:stretch>
                <a:fillRect/>
              </a:stretch>
            </p:blipFill>
            <p:spPr>
              <a:xfrm>
                <a:off x="7036086" y="4137690"/>
                <a:ext cx="1720800" cy="1720800"/>
              </a:xfrm>
              <a:prstGeom prst="rect">
                <a:avLst/>
              </a:prstGeom>
            </p:spPr>
          </p:pic>
          <p:pic>
            <p:nvPicPr>
              <p:cNvPr id="104" name="Graphic 103" descr="User with solid fill">
                <a:extLst>
                  <a:ext uri="{FF2B5EF4-FFF2-40B4-BE49-F238E27FC236}">
                    <a16:creationId xmlns:a16="http://schemas.microsoft.com/office/drawing/2014/main" id="{1BB77BA8-5185-13EB-A1D5-F8EB4393E766}"/>
                  </a:ext>
                </a:extLst>
              </p:cNvPr>
              <p:cNvPicPr>
                <a:picLocks noChangeAspect="1"/>
              </p:cNvPicPr>
              <p:nvPr/>
            </p:nvPicPr>
            <p:blipFill>
              <a:blip>
                <a:extLst>
                  <a:ext uri="{96DAC541-7B7A-43D3-8B79-37D633B846F1}">
                    <asvg:svgBlip xmlns:asvg="http://schemas.microsoft.com/office/drawing/2016/SVG/main" r:embed="rId8"/>
                  </a:ext>
                </a:extLst>
              </a:blip>
              <a:stretch>
                <a:fillRect/>
              </a:stretch>
            </p:blipFill>
            <p:spPr>
              <a:xfrm>
                <a:off x="5846272" y="4132267"/>
                <a:ext cx="1720800" cy="1720800"/>
              </a:xfrm>
              <a:prstGeom prst="rect">
                <a:avLst/>
              </a:prstGeom>
            </p:spPr>
          </p:pic>
        </p:grpSp>
      </p:grpSp>
    </p:spTree>
    <p:extLst>
      <p:ext uri="{BB962C8B-B14F-4D97-AF65-F5344CB8AC3E}">
        <p14:creationId xmlns:p14="http://schemas.microsoft.com/office/powerpoint/2010/main" val="1825971780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069D2878-8717-6F93-24E7-86C35570398A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5" name="Group 4">
            <a:extLst>
              <a:ext uri="{FF2B5EF4-FFF2-40B4-BE49-F238E27FC236}">
                <a16:creationId xmlns:a16="http://schemas.microsoft.com/office/drawing/2014/main" id="{60A02CF4-DAE5-0DBC-18CD-B19864EFCFDA}"/>
              </a:ext>
            </a:extLst>
          </p:cNvPr>
          <p:cNvGrpSpPr/>
          <p:nvPr/>
        </p:nvGrpSpPr>
        <p:grpSpPr>
          <a:xfrm>
            <a:off x="0" y="2513667"/>
            <a:ext cx="12371296" cy="1830666"/>
            <a:chOff x="0" y="2949948"/>
            <a:chExt cx="12371296" cy="1830666"/>
          </a:xfrm>
        </p:grpSpPr>
        <p:sp>
          <p:nvSpPr>
            <p:cNvPr id="4" name="Rounded Rectangle 3">
              <a:extLst>
                <a:ext uri="{FF2B5EF4-FFF2-40B4-BE49-F238E27FC236}">
                  <a16:creationId xmlns:a16="http://schemas.microsoft.com/office/drawing/2014/main" id="{A6BB3368-65B7-27D0-DBD4-3D2E19E39EAF}"/>
                </a:ext>
              </a:extLst>
            </p:cNvPr>
            <p:cNvSpPr/>
            <p:nvPr/>
          </p:nvSpPr>
          <p:spPr>
            <a:xfrm>
              <a:off x="8563660" y="2949948"/>
              <a:ext cx="2340000" cy="1830666"/>
            </a:xfrm>
            <a:prstGeom prst="roundRect">
              <a:avLst>
                <a:gd name="adj" fmla="val 11754"/>
              </a:avLst>
            </a:prstGeom>
            <a:solidFill>
              <a:schemeClr val="accent2">
                <a:lumMod val="20000"/>
                <a:lumOff val="80000"/>
                <a:alpha val="60000"/>
              </a:schemeClr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NO"/>
            </a:p>
          </p:txBody>
        </p:sp>
        <p:grpSp>
          <p:nvGrpSpPr>
            <p:cNvPr id="38" name="Group 37">
              <a:extLst>
                <a:ext uri="{FF2B5EF4-FFF2-40B4-BE49-F238E27FC236}">
                  <a16:creationId xmlns:a16="http://schemas.microsoft.com/office/drawing/2014/main" id="{1326B643-C88C-9041-B683-2A5D763C1299}"/>
                </a:ext>
              </a:extLst>
            </p:cNvPr>
            <p:cNvGrpSpPr/>
            <p:nvPr/>
          </p:nvGrpSpPr>
          <p:grpSpPr>
            <a:xfrm>
              <a:off x="0" y="2949948"/>
              <a:ext cx="12371296" cy="1775396"/>
              <a:chOff x="-27055" y="357261"/>
              <a:chExt cx="12371296" cy="1775396"/>
            </a:xfrm>
          </p:grpSpPr>
          <p:pic>
            <p:nvPicPr>
              <p:cNvPr id="39" name="Graphic 38" descr="Male profile with solid fill">
                <a:extLst>
                  <a:ext uri="{FF2B5EF4-FFF2-40B4-BE49-F238E27FC236}">
                    <a16:creationId xmlns:a16="http://schemas.microsoft.com/office/drawing/2014/main" id="{1A3D9032-3C7D-1BE7-6B59-9B45B39962FE}"/>
                  </a:ext>
                </a:extLst>
              </p:cNvPr>
              <p:cNvPicPr>
                <a:picLocks noChangeAspect="1"/>
              </p:cNvPicPr>
              <p:nvPr/>
            </p:nvPicPr>
            <p:blipFill>
              <a:blip>
                <a:extLst>
                  <a:ext uri="{96DAC541-7B7A-43D3-8B79-37D633B846F1}">
                    <asvg:svgBlip xmlns:asvg="http://schemas.microsoft.com/office/drawing/2016/SVG/main" r:embed="rId2"/>
                  </a:ext>
                </a:extLst>
              </a:blip>
              <a:stretch>
                <a:fillRect/>
              </a:stretch>
            </p:blipFill>
            <p:spPr>
              <a:xfrm>
                <a:off x="4706802" y="357266"/>
                <a:ext cx="1720121" cy="1720121"/>
              </a:xfrm>
              <a:prstGeom prst="rect">
                <a:avLst/>
              </a:prstGeom>
            </p:spPr>
          </p:pic>
          <p:pic>
            <p:nvPicPr>
              <p:cNvPr id="40" name="Graphic 39" descr="Male profile with solid fill">
                <a:extLst>
                  <a:ext uri="{FF2B5EF4-FFF2-40B4-BE49-F238E27FC236}">
                    <a16:creationId xmlns:a16="http://schemas.microsoft.com/office/drawing/2014/main" id="{4E6A70DC-D8DB-3B6D-92BC-D01763C4AF9C}"/>
                  </a:ext>
                </a:extLst>
              </p:cNvPr>
              <p:cNvPicPr>
                <a:picLocks noChangeAspect="1"/>
              </p:cNvPicPr>
              <p:nvPr/>
            </p:nvPicPr>
            <p:blipFill>
              <a:blip>
                <a:extLst>
                  <a:ext uri="{96DAC541-7B7A-43D3-8B79-37D633B846F1}">
                    <asvg:svgBlip xmlns:asvg="http://schemas.microsoft.com/office/drawing/2016/SVG/main" r:embed="rId2"/>
                  </a:ext>
                </a:extLst>
              </a:blip>
              <a:stretch>
                <a:fillRect/>
              </a:stretch>
            </p:blipFill>
            <p:spPr>
              <a:xfrm>
                <a:off x="5890265" y="357265"/>
                <a:ext cx="1720121" cy="1720121"/>
              </a:xfrm>
              <a:prstGeom prst="rect">
                <a:avLst/>
              </a:prstGeom>
            </p:spPr>
          </p:pic>
          <p:pic>
            <p:nvPicPr>
              <p:cNvPr id="41" name="Graphic 40" descr="Male profile with solid fill">
                <a:extLst>
                  <a:ext uri="{FF2B5EF4-FFF2-40B4-BE49-F238E27FC236}">
                    <a16:creationId xmlns:a16="http://schemas.microsoft.com/office/drawing/2014/main" id="{FA1D97AC-E562-0BE9-B72D-05D0562798AB}"/>
                  </a:ext>
                </a:extLst>
              </p:cNvPr>
              <p:cNvPicPr>
                <a:picLocks noChangeAspect="1"/>
              </p:cNvPicPr>
              <p:nvPr/>
            </p:nvPicPr>
            <p:blipFill>
              <a:blip>
                <a:extLst>
                  <a:ext uri="{96DAC541-7B7A-43D3-8B79-37D633B846F1}">
                    <asvg:svgBlip xmlns:asvg="http://schemas.microsoft.com/office/drawing/2016/SVG/main" r:embed="rId2"/>
                  </a:ext>
                </a:extLst>
              </a:blip>
              <a:stretch>
                <a:fillRect/>
              </a:stretch>
            </p:blipFill>
            <p:spPr>
              <a:xfrm>
                <a:off x="7073731" y="357264"/>
                <a:ext cx="1720121" cy="1720121"/>
              </a:xfrm>
              <a:prstGeom prst="rect">
                <a:avLst/>
              </a:prstGeom>
            </p:spPr>
          </p:pic>
          <p:pic>
            <p:nvPicPr>
              <p:cNvPr id="42" name="Graphic 41" descr="Male profile with solid fill">
                <a:extLst>
                  <a:ext uri="{FF2B5EF4-FFF2-40B4-BE49-F238E27FC236}">
                    <a16:creationId xmlns:a16="http://schemas.microsoft.com/office/drawing/2014/main" id="{4684A7CD-0E88-E6C5-C8CD-0BEC08C1CBCB}"/>
                  </a:ext>
                </a:extLst>
              </p:cNvPr>
              <p:cNvPicPr>
                <a:picLocks noChangeAspect="1"/>
              </p:cNvPicPr>
              <p:nvPr/>
            </p:nvPicPr>
            <p:blipFill>
              <a:blip>
                <a:extLst>
                  <a:ext uri="{96DAC541-7B7A-43D3-8B79-37D633B846F1}">
                    <asvg:svgBlip xmlns:asvg="http://schemas.microsoft.com/office/drawing/2016/SVG/main" r:embed="rId3"/>
                  </a:ext>
                </a:extLst>
              </a:blip>
              <a:stretch>
                <a:fillRect/>
              </a:stretch>
            </p:blipFill>
            <p:spPr>
              <a:xfrm>
                <a:off x="8257194" y="357263"/>
                <a:ext cx="1720121" cy="1720121"/>
              </a:xfrm>
              <a:prstGeom prst="rect">
                <a:avLst/>
              </a:prstGeom>
            </p:spPr>
          </p:pic>
          <p:pic>
            <p:nvPicPr>
              <p:cNvPr id="43" name="Graphic 42" descr="Male profile with solid fill">
                <a:extLst>
                  <a:ext uri="{FF2B5EF4-FFF2-40B4-BE49-F238E27FC236}">
                    <a16:creationId xmlns:a16="http://schemas.microsoft.com/office/drawing/2014/main" id="{E3502BB2-7AB6-2118-6D78-568CF3669ED0}"/>
                  </a:ext>
                </a:extLst>
              </p:cNvPr>
              <p:cNvPicPr>
                <a:picLocks noChangeAspect="1"/>
              </p:cNvPicPr>
              <p:nvPr/>
            </p:nvPicPr>
            <p:blipFill>
              <a:blip>
                <a:extLst>
                  <a:ext uri="{96DAC541-7B7A-43D3-8B79-37D633B846F1}">
                    <asvg:svgBlip xmlns:asvg="http://schemas.microsoft.com/office/drawing/2016/SVG/main" r:embed="rId2"/>
                  </a:ext>
                </a:extLst>
              </a:blip>
              <a:stretch>
                <a:fillRect/>
              </a:stretch>
            </p:blipFill>
            <p:spPr>
              <a:xfrm>
                <a:off x="2347689" y="357265"/>
                <a:ext cx="1720121" cy="1720121"/>
              </a:xfrm>
              <a:prstGeom prst="rect">
                <a:avLst/>
              </a:prstGeom>
            </p:spPr>
          </p:pic>
          <p:pic>
            <p:nvPicPr>
              <p:cNvPr id="44" name="Graphic 43" descr="Male profile with solid fill">
                <a:extLst>
                  <a:ext uri="{FF2B5EF4-FFF2-40B4-BE49-F238E27FC236}">
                    <a16:creationId xmlns:a16="http://schemas.microsoft.com/office/drawing/2014/main" id="{BC6CDCB0-7282-3F46-58EB-A9713AFC7104}"/>
                  </a:ext>
                </a:extLst>
              </p:cNvPr>
              <p:cNvPicPr>
                <a:picLocks noChangeAspect="1"/>
              </p:cNvPicPr>
              <p:nvPr/>
            </p:nvPicPr>
            <p:blipFill>
              <a:blip>
                <a:extLst>
                  <a:ext uri="{96DAC541-7B7A-43D3-8B79-37D633B846F1}">
                    <asvg:svgBlip xmlns:asvg="http://schemas.microsoft.com/office/drawing/2016/SVG/main" r:embed="rId2"/>
                  </a:ext>
                </a:extLst>
              </a:blip>
              <a:stretch>
                <a:fillRect/>
              </a:stretch>
            </p:blipFill>
            <p:spPr>
              <a:xfrm>
                <a:off x="3531152" y="357264"/>
                <a:ext cx="1720121" cy="1720121"/>
              </a:xfrm>
              <a:prstGeom prst="rect">
                <a:avLst/>
              </a:prstGeom>
            </p:spPr>
          </p:pic>
          <p:pic>
            <p:nvPicPr>
              <p:cNvPr id="45" name="Graphic 44" descr="Male profile with solid fill">
                <a:extLst>
                  <a:ext uri="{FF2B5EF4-FFF2-40B4-BE49-F238E27FC236}">
                    <a16:creationId xmlns:a16="http://schemas.microsoft.com/office/drawing/2014/main" id="{5C568088-370E-80F3-E891-0D8C478ABFDD}"/>
                  </a:ext>
                </a:extLst>
              </p:cNvPr>
              <p:cNvPicPr>
                <a:picLocks noChangeAspect="1"/>
              </p:cNvPicPr>
              <p:nvPr/>
            </p:nvPicPr>
            <p:blipFill>
              <a:blip>
                <a:extLst>
                  <a:ext uri="{96DAC541-7B7A-43D3-8B79-37D633B846F1}">
                    <asvg:svgBlip xmlns:asvg="http://schemas.microsoft.com/office/drawing/2016/SVG/main" r:embed="rId4"/>
                  </a:ext>
                </a:extLst>
              </a:blip>
              <a:stretch>
                <a:fillRect/>
              </a:stretch>
            </p:blipFill>
            <p:spPr>
              <a:xfrm>
                <a:off x="9440657" y="357262"/>
                <a:ext cx="1720121" cy="1720121"/>
              </a:xfrm>
              <a:prstGeom prst="rect">
                <a:avLst/>
              </a:prstGeom>
            </p:spPr>
          </p:pic>
          <p:pic>
            <p:nvPicPr>
              <p:cNvPr id="46" name="Graphic 45" descr="Male profile with solid fill">
                <a:extLst>
                  <a:ext uri="{FF2B5EF4-FFF2-40B4-BE49-F238E27FC236}">
                    <a16:creationId xmlns:a16="http://schemas.microsoft.com/office/drawing/2014/main" id="{42D4F36F-59E9-650F-7A9B-043557080EF4}"/>
                  </a:ext>
                </a:extLst>
              </p:cNvPr>
              <p:cNvPicPr>
                <a:picLocks noChangeAspect="1"/>
              </p:cNvPicPr>
              <p:nvPr/>
            </p:nvPicPr>
            <p:blipFill>
              <a:blip>
                <a:extLst>
                  <a:ext uri="{96DAC541-7B7A-43D3-8B79-37D633B846F1}">
                    <asvg:svgBlip xmlns:asvg="http://schemas.microsoft.com/office/drawing/2016/SVG/main" r:embed="rId2"/>
                  </a:ext>
                </a:extLst>
              </a:blip>
              <a:stretch>
                <a:fillRect/>
              </a:stretch>
            </p:blipFill>
            <p:spPr>
              <a:xfrm>
                <a:off x="10624120" y="357261"/>
                <a:ext cx="1720121" cy="1720121"/>
              </a:xfrm>
              <a:prstGeom prst="rect">
                <a:avLst/>
              </a:prstGeom>
            </p:spPr>
          </p:pic>
          <p:pic>
            <p:nvPicPr>
              <p:cNvPr id="47" name="Graphic 46" descr="Male profile with solid fill">
                <a:extLst>
                  <a:ext uri="{FF2B5EF4-FFF2-40B4-BE49-F238E27FC236}">
                    <a16:creationId xmlns:a16="http://schemas.microsoft.com/office/drawing/2014/main" id="{04317AD8-E3BB-5F70-8A47-EA55BC878B4E}"/>
                  </a:ext>
                </a:extLst>
              </p:cNvPr>
              <p:cNvPicPr>
                <a:picLocks noChangeAspect="1"/>
              </p:cNvPicPr>
              <p:nvPr/>
            </p:nvPicPr>
            <p:blipFill>
              <a:blip>
                <a:extLst>
                  <a:ext uri="{96DAC541-7B7A-43D3-8B79-37D633B846F1}">
                    <asvg:svgBlip xmlns:asvg="http://schemas.microsoft.com/office/drawing/2016/SVG/main" r:embed="rId2"/>
                  </a:ext>
                </a:extLst>
              </a:blip>
              <a:stretch>
                <a:fillRect/>
              </a:stretch>
            </p:blipFill>
            <p:spPr>
              <a:xfrm>
                <a:off x="-27055" y="357262"/>
                <a:ext cx="1720121" cy="1720121"/>
              </a:xfrm>
              <a:prstGeom prst="rect">
                <a:avLst/>
              </a:prstGeom>
            </p:spPr>
          </p:pic>
          <p:pic>
            <p:nvPicPr>
              <p:cNvPr id="48" name="Graphic 47" descr="Male profile with solid fill">
                <a:extLst>
                  <a:ext uri="{FF2B5EF4-FFF2-40B4-BE49-F238E27FC236}">
                    <a16:creationId xmlns:a16="http://schemas.microsoft.com/office/drawing/2014/main" id="{25F5F2F0-7310-E290-D0A2-A979C4292E49}"/>
                  </a:ext>
                </a:extLst>
              </p:cNvPr>
              <p:cNvPicPr>
                <a:picLocks noChangeAspect="1"/>
              </p:cNvPicPr>
              <p:nvPr/>
            </p:nvPicPr>
            <p:blipFill>
              <a:blip>
                <a:extLst>
                  <a:ext uri="{96DAC541-7B7A-43D3-8B79-37D633B846F1}">
                    <asvg:svgBlip xmlns:asvg="http://schemas.microsoft.com/office/drawing/2016/SVG/main" r:embed="rId2"/>
                  </a:ext>
                </a:extLst>
              </a:blip>
              <a:stretch>
                <a:fillRect/>
              </a:stretch>
            </p:blipFill>
            <p:spPr>
              <a:xfrm>
                <a:off x="1156408" y="357261"/>
                <a:ext cx="1720121" cy="1720121"/>
              </a:xfrm>
              <a:prstGeom prst="rect">
                <a:avLst/>
              </a:prstGeom>
            </p:spPr>
          </p:pic>
          <p:sp>
            <p:nvSpPr>
              <p:cNvPr id="49" name="TextBox 48">
                <a:extLst>
                  <a:ext uri="{FF2B5EF4-FFF2-40B4-BE49-F238E27FC236}">
                    <a16:creationId xmlns:a16="http://schemas.microsoft.com/office/drawing/2014/main" id="{2231D692-9809-A54B-6AE5-98EEAD88F64F}"/>
                  </a:ext>
                </a:extLst>
              </p:cNvPr>
              <p:cNvSpPr txBox="1"/>
              <p:nvPr/>
            </p:nvSpPr>
            <p:spPr>
              <a:xfrm>
                <a:off x="266700" y="1866900"/>
                <a:ext cx="1130300" cy="261610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 algn="ctr"/>
                <a:r>
                  <a:rPr lang="en-NO" sz="1100" dirty="0">
                    <a:solidFill>
                      <a:schemeClr val="bg2">
                        <a:lumMod val="50000"/>
                      </a:schemeClr>
                    </a:solidFill>
                  </a:rPr>
                  <a:t>1</a:t>
                </a:r>
              </a:p>
            </p:txBody>
          </p:sp>
          <p:sp>
            <p:nvSpPr>
              <p:cNvPr id="50" name="TextBox 49">
                <a:extLst>
                  <a:ext uri="{FF2B5EF4-FFF2-40B4-BE49-F238E27FC236}">
                    <a16:creationId xmlns:a16="http://schemas.microsoft.com/office/drawing/2014/main" id="{C212BF3C-189B-7EC3-D9F8-A52453D8580F}"/>
                  </a:ext>
                </a:extLst>
              </p:cNvPr>
              <p:cNvSpPr txBox="1"/>
              <p:nvPr/>
            </p:nvSpPr>
            <p:spPr>
              <a:xfrm>
                <a:off x="1455228" y="1866900"/>
                <a:ext cx="1130300" cy="261610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 algn="ctr"/>
                <a:r>
                  <a:rPr lang="en-NO" sz="1100" dirty="0">
                    <a:solidFill>
                      <a:schemeClr val="bg2">
                        <a:lumMod val="50000"/>
                      </a:schemeClr>
                    </a:solidFill>
                  </a:rPr>
                  <a:t>2</a:t>
                </a:r>
              </a:p>
            </p:txBody>
          </p:sp>
          <p:sp>
            <p:nvSpPr>
              <p:cNvPr id="51" name="TextBox 50">
                <a:extLst>
                  <a:ext uri="{FF2B5EF4-FFF2-40B4-BE49-F238E27FC236}">
                    <a16:creationId xmlns:a16="http://schemas.microsoft.com/office/drawing/2014/main" id="{E8A72A6F-A4AC-5E82-B69B-056E0BE18B98}"/>
                  </a:ext>
                </a:extLst>
              </p:cNvPr>
              <p:cNvSpPr txBox="1"/>
              <p:nvPr/>
            </p:nvSpPr>
            <p:spPr>
              <a:xfrm>
                <a:off x="2642599" y="1871047"/>
                <a:ext cx="1130300" cy="261610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 algn="ctr"/>
                <a:r>
                  <a:rPr lang="en-NO" sz="1100" dirty="0">
                    <a:solidFill>
                      <a:schemeClr val="bg2">
                        <a:lumMod val="50000"/>
                      </a:schemeClr>
                    </a:solidFill>
                  </a:rPr>
                  <a:t>3</a:t>
                </a:r>
              </a:p>
            </p:txBody>
          </p:sp>
          <p:sp>
            <p:nvSpPr>
              <p:cNvPr id="52" name="TextBox 51">
                <a:extLst>
                  <a:ext uri="{FF2B5EF4-FFF2-40B4-BE49-F238E27FC236}">
                    <a16:creationId xmlns:a16="http://schemas.microsoft.com/office/drawing/2014/main" id="{9480F8DD-B1CD-3B09-3A87-7CBED7E128AA}"/>
                  </a:ext>
                </a:extLst>
              </p:cNvPr>
              <p:cNvSpPr txBox="1"/>
              <p:nvPr/>
            </p:nvSpPr>
            <p:spPr>
              <a:xfrm>
                <a:off x="3826063" y="1866900"/>
                <a:ext cx="1130300" cy="261610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 algn="ctr"/>
                <a:r>
                  <a:rPr lang="en-NO" sz="1100" dirty="0">
                    <a:solidFill>
                      <a:schemeClr val="bg2">
                        <a:lumMod val="50000"/>
                      </a:schemeClr>
                    </a:solidFill>
                  </a:rPr>
                  <a:t>4</a:t>
                </a:r>
              </a:p>
            </p:txBody>
          </p:sp>
          <p:sp>
            <p:nvSpPr>
              <p:cNvPr id="53" name="TextBox 52">
                <a:extLst>
                  <a:ext uri="{FF2B5EF4-FFF2-40B4-BE49-F238E27FC236}">
                    <a16:creationId xmlns:a16="http://schemas.microsoft.com/office/drawing/2014/main" id="{1AB2E81A-A8D9-8B73-B27D-EC31E9DF4A72}"/>
                  </a:ext>
                </a:extLst>
              </p:cNvPr>
              <p:cNvSpPr txBox="1"/>
              <p:nvPr/>
            </p:nvSpPr>
            <p:spPr>
              <a:xfrm>
                <a:off x="5001712" y="1866900"/>
                <a:ext cx="1130300" cy="261610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 algn="ctr"/>
                <a:r>
                  <a:rPr lang="en-NO" sz="1100" dirty="0">
                    <a:solidFill>
                      <a:schemeClr val="bg2">
                        <a:lumMod val="50000"/>
                      </a:schemeClr>
                    </a:solidFill>
                  </a:rPr>
                  <a:t>5</a:t>
                </a:r>
              </a:p>
            </p:txBody>
          </p:sp>
          <p:sp>
            <p:nvSpPr>
              <p:cNvPr id="54" name="TextBox 53">
                <a:extLst>
                  <a:ext uri="{FF2B5EF4-FFF2-40B4-BE49-F238E27FC236}">
                    <a16:creationId xmlns:a16="http://schemas.microsoft.com/office/drawing/2014/main" id="{6A527FD5-39F6-939F-D01A-E50C0755DFC5}"/>
                  </a:ext>
                </a:extLst>
              </p:cNvPr>
              <p:cNvSpPr txBox="1"/>
              <p:nvPr/>
            </p:nvSpPr>
            <p:spPr>
              <a:xfrm>
                <a:off x="6185175" y="1866900"/>
                <a:ext cx="1130300" cy="261610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 algn="ctr"/>
                <a:r>
                  <a:rPr lang="en-NO" sz="1100" dirty="0">
                    <a:solidFill>
                      <a:schemeClr val="bg2">
                        <a:lumMod val="50000"/>
                      </a:schemeClr>
                    </a:solidFill>
                  </a:rPr>
                  <a:t>6</a:t>
                </a:r>
              </a:p>
            </p:txBody>
          </p:sp>
          <p:sp>
            <p:nvSpPr>
              <p:cNvPr id="55" name="TextBox 54">
                <a:extLst>
                  <a:ext uri="{FF2B5EF4-FFF2-40B4-BE49-F238E27FC236}">
                    <a16:creationId xmlns:a16="http://schemas.microsoft.com/office/drawing/2014/main" id="{1E51821E-8662-19A9-93BD-1A51BB563EC9}"/>
                  </a:ext>
                </a:extLst>
              </p:cNvPr>
              <p:cNvSpPr txBox="1"/>
              <p:nvPr/>
            </p:nvSpPr>
            <p:spPr>
              <a:xfrm>
                <a:off x="7368641" y="1866900"/>
                <a:ext cx="1130300" cy="261610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 algn="ctr"/>
                <a:r>
                  <a:rPr lang="en-NO" sz="1100" dirty="0">
                    <a:solidFill>
                      <a:schemeClr val="bg2">
                        <a:lumMod val="50000"/>
                      </a:schemeClr>
                    </a:solidFill>
                  </a:rPr>
                  <a:t>7</a:t>
                </a:r>
              </a:p>
            </p:txBody>
          </p:sp>
          <p:sp>
            <p:nvSpPr>
              <p:cNvPr id="56" name="TextBox 55">
                <a:extLst>
                  <a:ext uri="{FF2B5EF4-FFF2-40B4-BE49-F238E27FC236}">
                    <a16:creationId xmlns:a16="http://schemas.microsoft.com/office/drawing/2014/main" id="{08419730-1C77-3238-8DF1-AF380935F8C3}"/>
                  </a:ext>
                </a:extLst>
              </p:cNvPr>
              <p:cNvSpPr txBox="1"/>
              <p:nvPr/>
            </p:nvSpPr>
            <p:spPr>
              <a:xfrm>
                <a:off x="8552103" y="1866900"/>
                <a:ext cx="1130300" cy="261610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 algn="ctr"/>
                <a:r>
                  <a:rPr lang="en-NO" sz="1100" dirty="0">
                    <a:solidFill>
                      <a:schemeClr val="bg2">
                        <a:lumMod val="50000"/>
                      </a:schemeClr>
                    </a:solidFill>
                  </a:rPr>
                  <a:t>8</a:t>
                </a:r>
              </a:p>
            </p:txBody>
          </p:sp>
          <p:sp>
            <p:nvSpPr>
              <p:cNvPr id="57" name="TextBox 56">
                <a:extLst>
                  <a:ext uri="{FF2B5EF4-FFF2-40B4-BE49-F238E27FC236}">
                    <a16:creationId xmlns:a16="http://schemas.microsoft.com/office/drawing/2014/main" id="{DA88DAC1-3A8F-212F-1598-5BEC0381F390}"/>
                  </a:ext>
                </a:extLst>
              </p:cNvPr>
              <p:cNvSpPr txBox="1"/>
              <p:nvPr/>
            </p:nvSpPr>
            <p:spPr>
              <a:xfrm>
                <a:off x="9735567" y="1866900"/>
                <a:ext cx="1130300" cy="261610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 algn="ctr"/>
                <a:r>
                  <a:rPr lang="en-NO" sz="1100" dirty="0">
                    <a:solidFill>
                      <a:schemeClr val="bg2">
                        <a:lumMod val="50000"/>
                      </a:schemeClr>
                    </a:solidFill>
                  </a:rPr>
                  <a:t>9</a:t>
                </a:r>
              </a:p>
            </p:txBody>
          </p:sp>
          <p:sp>
            <p:nvSpPr>
              <p:cNvPr id="58" name="TextBox 57">
                <a:extLst>
                  <a:ext uri="{FF2B5EF4-FFF2-40B4-BE49-F238E27FC236}">
                    <a16:creationId xmlns:a16="http://schemas.microsoft.com/office/drawing/2014/main" id="{CA17B011-8C7F-A8D1-7EEA-86688AA98118}"/>
                  </a:ext>
                </a:extLst>
              </p:cNvPr>
              <p:cNvSpPr txBox="1"/>
              <p:nvPr/>
            </p:nvSpPr>
            <p:spPr>
              <a:xfrm>
                <a:off x="10919031" y="1866900"/>
                <a:ext cx="1130300" cy="261610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 algn="ctr"/>
                <a:r>
                  <a:rPr lang="en-NO" sz="1100" dirty="0">
                    <a:solidFill>
                      <a:schemeClr val="bg2">
                        <a:lumMod val="50000"/>
                      </a:schemeClr>
                    </a:solidFill>
                  </a:rPr>
                  <a:t>10</a:t>
                </a:r>
              </a:p>
            </p:txBody>
          </p:sp>
        </p:grpSp>
      </p:grpSp>
      <p:grpSp>
        <p:nvGrpSpPr>
          <p:cNvPr id="116" name="Group 115">
            <a:extLst>
              <a:ext uri="{FF2B5EF4-FFF2-40B4-BE49-F238E27FC236}">
                <a16:creationId xmlns:a16="http://schemas.microsoft.com/office/drawing/2014/main" id="{F5F64C74-6A59-AF41-8B51-81F11CBB58E1}"/>
              </a:ext>
            </a:extLst>
          </p:cNvPr>
          <p:cNvGrpSpPr/>
          <p:nvPr/>
        </p:nvGrpSpPr>
        <p:grpSpPr>
          <a:xfrm>
            <a:off x="-43336" y="357256"/>
            <a:ext cx="12404407" cy="1842610"/>
            <a:chOff x="-43336" y="357256"/>
            <a:chExt cx="12404407" cy="1842610"/>
          </a:xfrm>
        </p:grpSpPr>
        <p:sp>
          <p:nvSpPr>
            <p:cNvPr id="115" name="Rounded Rectangle 114">
              <a:extLst>
                <a:ext uri="{FF2B5EF4-FFF2-40B4-BE49-F238E27FC236}">
                  <a16:creationId xmlns:a16="http://schemas.microsoft.com/office/drawing/2014/main" id="{6CEDC725-281F-0E9E-136A-A36C7B762FEE}"/>
                </a:ext>
              </a:extLst>
            </p:cNvPr>
            <p:cNvSpPr/>
            <p:nvPr/>
          </p:nvSpPr>
          <p:spPr>
            <a:xfrm>
              <a:off x="8554607" y="369200"/>
              <a:ext cx="2340000" cy="1830666"/>
            </a:xfrm>
            <a:prstGeom prst="roundRect">
              <a:avLst>
                <a:gd name="adj" fmla="val 11754"/>
              </a:avLst>
            </a:prstGeom>
            <a:solidFill>
              <a:schemeClr val="accent2">
                <a:lumMod val="20000"/>
                <a:lumOff val="80000"/>
                <a:alpha val="60000"/>
              </a:schemeClr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NO" dirty="0"/>
            </a:p>
          </p:txBody>
        </p:sp>
        <p:grpSp>
          <p:nvGrpSpPr>
            <p:cNvPr id="69" name="Group 68">
              <a:extLst>
                <a:ext uri="{FF2B5EF4-FFF2-40B4-BE49-F238E27FC236}">
                  <a16:creationId xmlns:a16="http://schemas.microsoft.com/office/drawing/2014/main" id="{FF05C4E7-2F1D-0C1D-0F19-C614811D5D90}"/>
                </a:ext>
              </a:extLst>
            </p:cNvPr>
            <p:cNvGrpSpPr/>
            <p:nvPr/>
          </p:nvGrpSpPr>
          <p:grpSpPr>
            <a:xfrm>
              <a:off x="-43336" y="357256"/>
              <a:ext cx="12404407" cy="1775401"/>
              <a:chOff x="-43336" y="357256"/>
              <a:chExt cx="12404407" cy="1775401"/>
            </a:xfrm>
          </p:grpSpPr>
          <p:pic>
            <p:nvPicPr>
              <p:cNvPr id="70" name="Graphic 69" descr="Female Profile with solid fill">
                <a:extLst>
                  <a:ext uri="{FF2B5EF4-FFF2-40B4-BE49-F238E27FC236}">
                    <a16:creationId xmlns:a16="http://schemas.microsoft.com/office/drawing/2014/main" id="{0C7489B7-5301-4B47-4529-B47989EA5499}"/>
                  </a:ext>
                </a:extLst>
              </p:cNvPr>
              <p:cNvPicPr>
                <a:picLocks noChangeAspect="1"/>
              </p:cNvPicPr>
              <p:nvPr/>
            </p:nvPicPr>
            <p:blipFill>
              <a:blip>
                <a:extLst>
                  <a:ext uri="{96DAC541-7B7A-43D3-8B79-37D633B846F1}">
                    <asvg:svgBlip xmlns:asvg="http://schemas.microsoft.com/office/drawing/2016/SVG/main" r:embed="rId5"/>
                  </a:ext>
                </a:extLst>
              </a:blip>
              <a:stretch>
                <a:fillRect/>
              </a:stretch>
            </p:blipFill>
            <p:spPr>
              <a:xfrm>
                <a:off x="3515357" y="357260"/>
                <a:ext cx="1720121" cy="1720121"/>
              </a:xfrm>
              <a:prstGeom prst="rect">
                <a:avLst/>
              </a:prstGeom>
            </p:spPr>
          </p:pic>
          <p:grpSp>
            <p:nvGrpSpPr>
              <p:cNvPr id="71" name="Group 70">
                <a:extLst>
                  <a:ext uri="{FF2B5EF4-FFF2-40B4-BE49-F238E27FC236}">
                    <a16:creationId xmlns:a16="http://schemas.microsoft.com/office/drawing/2014/main" id="{4E5D66F1-BFB9-0172-03BA-98A04F5ADFD3}"/>
                  </a:ext>
                </a:extLst>
              </p:cNvPr>
              <p:cNvGrpSpPr/>
              <p:nvPr/>
            </p:nvGrpSpPr>
            <p:grpSpPr>
              <a:xfrm>
                <a:off x="266700" y="1866900"/>
                <a:ext cx="11782631" cy="265757"/>
                <a:chOff x="266700" y="1866900"/>
                <a:chExt cx="11782631" cy="265757"/>
              </a:xfrm>
            </p:grpSpPr>
            <p:sp>
              <p:nvSpPr>
                <p:cNvPr id="81" name="TextBox 80">
                  <a:extLst>
                    <a:ext uri="{FF2B5EF4-FFF2-40B4-BE49-F238E27FC236}">
                      <a16:creationId xmlns:a16="http://schemas.microsoft.com/office/drawing/2014/main" id="{5975A4F1-9709-675A-4680-65A376846A31}"/>
                    </a:ext>
                  </a:extLst>
                </p:cNvPr>
                <p:cNvSpPr txBox="1"/>
                <p:nvPr/>
              </p:nvSpPr>
              <p:spPr>
                <a:xfrm>
                  <a:off x="266700" y="1866900"/>
                  <a:ext cx="1130300" cy="261610"/>
                </a:xfrm>
                <a:prstGeom prst="rect">
                  <a:avLst/>
                </a:prstGeom>
                <a:noFill/>
              </p:spPr>
              <p:txBody>
                <a:bodyPr wrap="square" rtlCol="0">
                  <a:spAutoFit/>
                </a:bodyPr>
                <a:lstStyle/>
                <a:p>
                  <a:pPr algn="ctr"/>
                  <a:r>
                    <a:rPr lang="en-NO" sz="1100" dirty="0">
                      <a:solidFill>
                        <a:schemeClr val="bg2">
                          <a:lumMod val="50000"/>
                        </a:schemeClr>
                      </a:solidFill>
                    </a:rPr>
                    <a:t>1</a:t>
                  </a:r>
                </a:p>
              </p:txBody>
            </p:sp>
            <p:sp>
              <p:nvSpPr>
                <p:cNvPr id="82" name="TextBox 81">
                  <a:extLst>
                    <a:ext uri="{FF2B5EF4-FFF2-40B4-BE49-F238E27FC236}">
                      <a16:creationId xmlns:a16="http://schemas.microsoft.com/office/drawing/2014/main" id="{2267CA21-8DBF-CF88-70F8-63C15C9BCF5C}"/>
                    </a:ext>
                  </a:extLst>
                </p:cNvPr>
                <p:cNvSpPr txBox="1"/>
                <p:nvPr/>
              </p:nvSpPr>
              <p:spPr>
                <a:xfrm>
                  <a:off x="1455228" y="1866900"/>
                  <a:ext cx="1130300" cy="261610"/>
                </a:xfrm>
                <a:prstGeom prst="rect">
                  <a:avLst/>
                </a:prstGeom>
                <a:noFill/>
              </p:spPr>
              <p:txBody>
                <a:bodyPr wrap="square" rtlCol="0">
                  <a:spAutoFit/>
                </a:bodyPr>
                <a:lstStyle/>
                <a:p>
                  <a:pPr algn="ctr"/>
                  <a:r>
                    <a:rPr lang="en-NO" sz="1100" dirty="0">
                      <a:solidFill>
                        <a:schemeClr val="bg2">
                          <a:lumMod val="50000"/>
                        </a:schemeClr>
                      </a:solidFill>
                    </a:rPr>
                    <a:t>2</a:t>
                  </a:r>
                </a:p>
              </p:txBody>
            </p:sp>
            <p:sp>
              <p:nvSpPr>
                <p:cNvPr id="83" name="TextBox 82">
                  <a:extLst>
                    <a:ext uri="{FF2B5EF4-FFF2-40B4-BE49-F238E27FC236}">
                      <a16:creationId xmlns:a16="http://schemas.microsoft.com/office/drawing/2014/main" id="{3BF5F093-620E-DBB0-9957-5E5FA16F86D1}"/>
                    </a:ext>
                  </a:extLst>
                </p:cNvPr>
                <p:cNvSpPr txBox="1"/>
                <p:nvPr/>
              </p:nvSpPr>
              <p:spPr>
                <a:xfrm>
                  <a:off x="2642599" y="1871047"/>
                  <a:ext cx="1130300" cy="261610"/>
                </a:xfrm>
                <a:prstGeom prst="rect">
                  <a:avLst/>
                </a:prstGeom>
                <a:noFill/>
              </p:spPr>
              <p:txBody>
                <a:bodyPr wrap="square" rtlCol="0">
                  <a:spAutoFit/>
                </a:bodyPr>
                <a:lstStyle/>
                <a:p>
                  <a:pPr algn="ctr"/>
                  <a:r>
                    <a:rPr lang="en-NO" sz="1100" dirty="0">
                      <a:solidFill>
                        <a:schemeClr val="bg2">
                          <a:lumMod val="50000"/>
                        </a:schemeClr>
                      </a:solidFill>
                    </a:rPr>
                    <a:t>3</a:t>
                  </a:r>
                </a:p>
              </p:txBody>
            </p:sp>
            <p:sp>
              <p:nvSpPr>
                <p:cNvPr id="84" name="TextBox 83">
                  <a:extLst>
                    <a:ext uri="{FF2B5EF4-FFF2-40B4-BE49-F238E27FC236}">
                      <a16:creationId xmlns:a16="http://schemas.microsoft.com/office/drawing/2014/main" id="{721BFBD9-C847-BD1D-11D6-5B4FD5137DDB}"/>
                    </a:ext>
                  </a:extLst>
                </p:cNvPr>
                <p:cNvSpPr txBox="1"/>
                <p:nvPr/>
              </p:nvSpPr>
              <p:spPr>
                <a:xfrm>
                  <a:off x="3826063" y="1866900"/>
                  <a:ext cx="1130300" cy="261610"/>
                </a:xfrm>
                <a:prstGeom prst="rect">
                  <a:avLst/>
                </a:prstGeom>
                <a:noFill/>
              </p:spPr>
              <p:txBody>
                <a:bodyPr wrap="square" rtlCol="0">
                  <a:spAutoFit/>
                </a:bodyPr>
                <a:lstStyle/>
                <a:p>
                  <a:pPr algn="ctr"/>
                  <a:r>
                    <a:rPr lang="en-NO" sz="1100" dirty="0">
                      <a:solidFill>
                        <a:schemeClr val="bg2">
                          <a:lumMod val="50000"/>
                        </a:schemeClr>
                      </a:solidFill>
                    </a:rPr>
                    <a:t>4</a:t>
                  </a:r>
                </a:p>
              </p:txBody>
            </p:sp>
            <p:sp>
              <p:nvSpPr>
                <p:cNvPr id="85" name="TextBox 84">
                  <a:extLst>
                    <a:ext uri="{FF2B5EF4-FFF2-40B4-BE49-F238E27FC236}">
                      <a16:creationId xmlns:a16="http://schemas.microsoft.com/office/drawing/2014/main" id="{2BE15CD0-2CCB-EBD7-87AF-C70F43ED6A76}"/>
                    </a:ext>
                  </a:extLst>
                </p:cNvPr>
                <p:cNvSpPr txBox="1"/>
                <p:nvPr/>
              </p:nvSpPr>
              <p:spPr>
                <a:xfrm>
                  <a:off x="5001712" y="1866900"/>
                  <a:ext cx="1130300" cy="261610"/>
                </a:xfrm>
                <a:prstGeom prst="rect">
                  <a:avLst/>
                </a:prstGeom>
                <a:noFill/>
              </p:spPr>
              <p:txBody>
                <a:bodyPr wrap="square" rtlCol="0">
                  <a:spAutoFit/>
                </a:bodyPr>
                <a:lstStyle/>
                <a:p>
                  <a:pPr algn="ctr"/>
                  <a:r>
                    <a:rPr lang="en-NO" sz="1100" dirty="0">
                      <a:solidFill>
                        <a:schemeClr val="bg2">
                          <a:lumMod val="50000"/>
                        </a:schemeClr>
                      </a:solidFill>
                    </a:rPr>
                    <a:t>5</a:t>
                  </a:r>
                </a:p>
              </p:txBody>
            </p:sp>
            <p:sp>
              <p:nvSpPr>
                <p:cNvPr id="86" name="TextBox 85">
                  <a:extLst>
                    <a:ext uri="{FF2B5EF4-FFF2-40B4-BE49-F238E27FC236}">
                      <a16:creationId xmlns:a16="http://schemas.microsoft.com/office/drawing/2014/main" id="{DB81CE31-91CB-AF6A-4C40-A93F5C248EF3}"/>
                    </a:ext>
                  </a:extLst>
                </p:cNvPr>
                <p:cNvSpPr txBox="1"/>
                <p:nvPr/>
              </p:nvSpPr>
              <p:spPr>
                <a:xfrm>
                  <a:off x="6185175" y="1866900"/>
                  <a:ext cx="1130300" cy="261610"/>
                </a:xfrm>
                <a:prstGeom prst="rect">
                  <a:avLst/>
                </a:prstGeom>
                <a:noFill/>
              </p:spPr>
              <p:txBody>
                <a:bodyPr wrap="square" rtlCol="0">
                  <a:spAutoFit/>
                </a:bodyPr>
                <a:lstStyle/>
                <a:p>
                  <a:pPr algn="ctr"/>
                  <a:r>
                    <a:rPr lang="en-NO" sz="1100" dirty="0">
                      <a:solidFill>
                        <a:schemeClr val="bg2">
                          <a:lumMod val="50000"/>
                        </a:schemeClr>
                      </a:solidFill>
                    </a:rPr>
                    <a:t>6</a:t>
                  </a:r>
                </a:p>
              </p:txBody>
            </p:sp>
            <p:sp>
              <p:nvSpPr>
                <p:cNvPr id="87" name="TextBox 86">
                  <a:extLst>
                    <a:ext uri="{FF2B5EF4-FFF2-40B4-BE49-F238E27FC236}">
                      <a16:creationId xmlns:a16="http://schemas.microsoft.com/office/drawing/2014/main" id="{1C2A68D1-6370-4215-60B4-328F62A07193}"/>
                    </a:ext>
                  </a:extLst>
                </p:cNvPr>
                <p:cNvSpPr txBox="1"/>
                <p:nvPr/>
              </p:nvSpPr>
              <p:spPr>
                <a:xfrm>
                  <a:off x="7368641" y="1866900"/>
                  <a:ext cx="1130300" cy="261610"/>
                </a:xfrm>
                <a:prstGeom prst="rect">
                  <a:avLst/>
                </a:prstGeom>
                <a:noFill/>
              </p:spPr>
              <p:txBody>
                <a:bodyPr wrap="square" rtlCol="0">
                  <a:spAutoFit/>
                </a:bodyPr>
                <a:lstStyle/>
                <a:p>
                  <a:pPr algn="ctr"/>
                  <a:r>
                    <a:rPr lang="en-NO" sz="1100" dirty="0">
                      <a:solidFill>
                        <a:schemeClr val="bg2">
                          <a:lumMod val="50000"/>
                        </a:schemeClr>
                      </a:solidFill>
                    </a:rPr>
                    <a:t>7</a:t>
                  </a:r>
                </a:p>
              </p:txBody>
            </p:sp>
            <p:sp>
              <p:nvSpPr>
                <p:cNvPr id="88" name="TextBox 87">
                  <a:extLst>
                    <a:ext uri="{FF2B5EF4-FFF2-40B4-BE49-F238E27FC236}">
                      <a16:creationId xmlns:a16="http://schemas.microsoft.com/office/drawing/2014/main" id="{0C33A88D-8834-63E1-860E-BC68F00E2CA3}"/>
                    </a:ext>
                  </a:extLst>
                </p:cNvPr>
                <p:cNvSpPr txBox="1"/>
                <p:nvPr/>
              </p:nvSpPr>
              <p:spPr>
                <a:xfrm>
                  <a:off x="8552103" y="1866900"/>
                  <a:ext cx="1130300" cy="261610"/>
                </a:xfrm>
                <a:prstGeom prst="rect">
                  <a:avLst/>
                </a:prstGeom>
                <a:noFill/>
              </p:spPr>
              <p:txBody>
                <a:bodyPr wrap="square" rtlCol="0">
                  <a:spAutoFit/>
                </a:bodyPr>
                <a:lstStyle/>
                <a:p>
                  <a:pPr algn="ctr"/>
                  <a:r>
                    <a:rPr lang="en-NO" sz="1100" dirty="0">
                      <a:solidFill>
                        <a:schemeClr val="bg2">
                          <a:lumMod val="50000"/>
                        </a:schemeClr>
                      </a:solidFill>
                    </a:rPr>
                    <a:t>8</a:t>
                  </a:r>
                </a:p>
              </p:txBody>
            </p:sp>
            <p:sp>
              <p:nvSpPr>
                <p:cNvPr id="89" name="TextBox 88">
                  <a:extLst>
                    <a:ext uri="{FF2B5EF4-FFF2-40B4-BE49-F238E27FC236}">
                      <a16:creationId xmlns:a16="http://schemas.microsoft.com/office/drawing/2014/main" id="{8106BA3A-D6BC-C6FF-730F-A8B4B286DBF1}"/>
                    </a:ext>
                  </a:extLst>
                </p:cNvPr>
                <p:cNvSpPr txBox="1"/>
                <p:nvPr/>
              </p:nvSpPr>
              <p:spPr>
                <a:xfrm>
                  <a:off x="9735567" y="1866900"/>
                  <a:ext cx="1130300" cy="261610"/>
                </a:xfrm>
                <a:prstGeom prst="rect">
                  <a:avLst/>
                </a:prstGeom>
                <a:noFill/>
              </p:spPr>
              <p:txBody>
                <a:bodyPr wrap="square" rtlCol="0">
                  <a:spAutoFit/>
                </a:bodyPr>
                <a:lstStyle/>
                <a:p>
                  <a:pPr algn="ctr"/>
                  <a:r>
                    <a:rPr lang="en-NO" sz="1100" dirty="0">
                      <a:solidFill>
                        <a:schemeClr val="bg2">
                          <a:lumMod val="50000"/>
                        </a:schemeClr>
                      </a:solidFill>
                    </a:rPr>
                    <a:t>9</a:t>
                  </a:r>
                </a:p>
              </p:txBody>
            </p:sp>
            <p:sp>
              <p:nvSpPr>
                <p:cNvPr id="90" name="TextBox 89">
                  <a:extLst>
                    <a:ext uri="{FF2B5EF4-FFF2-40B4-BE49-F238E27FC236}">
                      <a16:creationId xmlns:a16="http://schemas.microsoft.com/office/drawing/2014/main" id="{8CA39975-7985-6DDF-E077-7BA6F5B7F08D}"/>
                    </a:ext>
                  </a:extLst>
                </p:cNvPr>
                <p:cNvSpPr txBox="1"/>
                <p:nvPr/>
              </p:nvSpPr>
              <p:spPr>
                <a:xfrm>
                  <a:off x="10919031" y="1866900"/>
                  <a:ext cx="1130300" cy="261610"/>
                </a:xfrm>
                <a:prstGeom prst="rect">
                  <a:avLst/>
                </a:prstGeom>
                <a:noFill/>
              </p:spPr>
              <p:txBody>
                <a:bodyPr wrap="square" rtlCol="0">
                  <a:spAutoFit/>
                </a:bodyPr>
                <a:lstStyle/>
                <a:p>
                  <a:pPr algn="ctr"/>
                  <a:r>
                    <a:rPr lang="en-NO" sz="1100" dirty="0">
                      <a:solidFill>
                        <a:schemeClr val="bg2">
                          <a:lumMod val="50000"/>
                        </a:schemeClr>
                      </a:solidFill>
                    </a:rPr>
                    <a:t>10</a:t>
                  </a:r>
                </a:p>
              </p:txBody>
            </p:sp>
          </p:grpSp>
          <p:pic>
            <p:nvPicPr>
              <p:cNvPr id="72" name="Graphic 71" descr="Female Profile with solid fill">
                <a:extLst>
                  <a:ext uri="{FF2B5EF4-FFF2-40B4-BE49-F238E27FC236}">
                    <a16:creationId xmlns:a16="http://schemas.microsoft.com/office/drawing/2014/main" id="{68EC6D64-1049-64E0-0EF0-762018AB8891}"/>
                  </a:ext>
                </a:extLst>
              </p:cNvPr>
              <p:cNvPicPr>
                <a:picLocks noChangeAspect="1"/>
              </p:cNvPicPr>
              <p:nvPr/>
            </p:nvPicPr>
            <p:blipFill>
              <a:blip>
                <a:extLst>
                  <a:ext uri="{96DAC541-7B7A-43D3-8B79-37D633B846F1}">
                    <asvg:svgBlip xmlns:asvg="http://schemas.microsoft.com/office/drawing/2016/SVG/main" r:embed="rId5"/>
                  </a:ext>
                </a:extLst>
              </a:blip>
              <a:stretch>
                <a:fillRect/>
              </a:stretch>
            </p:blipFill>
            <p:spPr>
              <a:xfrm>
                <a:off x="2340007" y="357260"/>
                <a:ext cx="1720121" cy="1720121"/>
              </a:xfrm>
              <a:prstGeom prst="rect">
                <a:avLst/>
              </a:prstGeom>
            </p:spPr>
          </p:pic>
          <p:pic>
            <p:nvPicPr>
              <p:cNvPr id="73" name="Graphic 72" descr="Female Profile with solid fill">
                <a:extLst>
                  <a:ext uri="{FF2B5EF4-FFF2-40B4-BE49-F238E27FC236}">
                    <a16:creationId xmlns:a16="http://schemas.microsoft.com/office/drawing/2014/main" id="{EAED9128-DD53-1DB4-4899-82AF7FB26CC4}"/>
                  </a:ext>
                </a:extLst>
              </p:cNvPr>
              <p:cNvPicPr>
                <a:picLocks noChangeAspect="1"/>
              </p:cNvPicPr>
              <p:nvPr/>
            </p:nvPicPr>
            <p:blipFill>
              <a:blip>
                <a:extLst>
                  <a:ext uri="{96DAC541-7B7A-43D3-8B79-37D633B846F1}">
                    <asvg:svgBlip xmlns:asvg="http://schemas.microsoft.com/office/drawing/2016/SVG/main" r:embed="rId5"/>
                  </a:ext>
                </a:extLst>
              </a:blip>
              <a:stretch>
                <a:fillRect/>
              </a:stretch>
            </p:blipFill>
            <p:spPr>
              <a:xfrm>
                <a:off x="1145662" y="357260"/>
                <a:ext cx="1720121" cy="1720121"/>
              </a:xfrm>
              <a:prstGeom prst="rect">
                <a:avLst/>
              </a:prstGeom>
            </p:spPr>
          </p:pic>
          <p:pic>
            <p:nvPicPr>
              <p:cNvPr id="74" name="Graphic 73" descr="Female Profile with solid fill">
                <a:extLst>
                  <a:ext uri="{FF2B5EF4-FFF2-40B4-BE49-F238E27FC236}">
                    <a16:creationId xmlns:a16="http://schemas.microsoft.com/office/drawing/2014/main" id="{6359512A-930F-A68D-6B6B-D3841CE3026C}"/>
                  </a:ext>
                </a:extLst>
              </p:cNvPr>
              <p:cNvPicPr>
                <a:picLocks noChangeAspect="1"/>
              </p:cNvPicPr>
              <p:nvPr/>
            </p:nvPicPr>
            <p:blipFill>
              <a:blip>
                <a:extLst>
                  <a:ext uri="{96DAC541-7B7A-43D3-8B79-37D633B846F1}">
                    <asvg:svgBlip xmlns:asvg="http://schemas.microsoft.com/office/drawing/2016/SVG/main" r:embed="rId5"/>
                  </a:ext>
                </a:extLst>
              </a:blip>
              <a:stretch>
                <a:fillRect/>
              </a:stretch>
            </p:blipFill>
            <p:spPr>
              <a:xfrm>
                <a:off x="-43336" y="357260"/>
                <a:ext cx="1720121" cy="1720121"/>
              </a:xfrm>
              <a:prstGeom prst="rect">
                <a:avLst/>
              </a:prstGeom>
            </p:spPr>
          </p:pic>
          <p:pic>
            <p:nvPicPr>
              <p:cNvPr id="75" name="Graphic 74" descr="Female Profile with solid fill">
                <a:extLst>
                  <a:ext uri="{FF2B5EF4-FFF2-40B4-BE49-F238E27FC236}">
                    <a16:creationId xmlns:a16="http://schemas.microsoft.com/office/drawing/2014/main" id="{EC95E1B9-2B2F-DCAF-6A77-FB6BD14E10A0}"/>
                  </a:ext>
                </a:extLst>
              </p:cNvPr>
              <p:cNvPicPr>
                <a:picLocks noChangeAspect="1"/>
              </p:cNvPicPr>
              <p:nvPr/>
            </p:nvPicPr>
            <p:blipFill>
              <a:blip>
                <a:extLst>
                  <a:ext uri="{96DAC541-7B7A-43D3-8B79-37D633B846F1}">
                    <asvg:svgBlip xmlns:asvg="http://schemas.microsoft.com/office/drawing/2016/SVG/main" r:embed="rId5"/>
                  </a:ext>
                </a:extLst>
              </a:blip>
              <a:stretch>
                <a:fillRect/>
              </a:stretch>
            </p:blipFill>
            <p:spPr>
              <a:xfrm>
                <a:off x="5889968" y="357258"/>
                <a:ext cx="1720121" cy="1720121"/>
              </a:xfrm>
              <a:prstGeom prst="rect">
                <a:avLst/>
              </a:prstGeom>
            </p:spPr>
          </p:pic>
          <p:pic>
            <p:nvPicPr>
              <p:cNvPr id="76" name="Graphic 75" descr="Female Profile with solid fill">
                <a:extLst>
                  <a:ext uri="{FF2B5EF4-FFF2-40B4-BE49-F238E27FC236}">
                    <a16:creationId xmlns:a16="http://schemas.microsoft.com/office/drawing/2014/main" id="{1DF64801-D141-C856-9638-9FF3E04E954B}"/>
                  </a:ext>
                </a:extLst>
              </p:cNvPr>
              <p:cNvPicPr>
                <a:picLocks noChangeAspect="1"/>
              </p:cNvPicPr>
              <p:nvPr/>
            </p:nvPicPr>
            <p:blipFill>
              <a:blip>
                <a:extLst>
                  <a:ext uri="{96DAC541-7B7A-43D3-8B79-37D633B846F1}">
                    <asvg:svgBlip xmlns:asvg="http://schemas.microsoft.com/office/drawing/2016/SVG/main" r:embed="rId5"/>
                  </a:ext>
                </a:extLst>
              </a:blip>
              <a:stretch>
                <a:fillRect/>
              </a:stretch>
            </p:blipFill>
            <p:spPr>
              <a:xfrm>
                <a:off x="4714618" y="357258"/>
                <a:ext cx="1720121" cy="1720121"/>
              </a:xfrm>
              <a:prstGeom prst="rect">
                <a:avLst/>
              </a:prstGeom>
            </p:spPr>
          </p:pic>
          <p:pic>
            <p:nvPicPr>
              <p:cNvPr id="77" name="Graphic 76" descr="Female Profile with solid fill">
                <a:extLst>
                  <a:ext uri="{FF2B5EF4-FFF2-40B4-BE49-F238E27FC236}">
                    <a16:creationId xmlns:a16="http://schemas.microsoft.com/office/drawing/2014/main" id="{677903F0-E456-DBEB-1E75-56065CA1FF23}"/>
                  </a:ext>
                </a:extLst>
              </p:cNvPr>
              <p:cNvPicPr>
                <a:picLocks noChangeAspect="1"/>
              </p:cNvPicPr>
              <p:nvPr/>
            </p:nvPicPr>
            <p:blipFill>
              <a:blip>
                <a:extLst>
                  <a:ext uri="{96DAC541-7B7A-43D3-8B79-37D633B846F1}">
                    <asvg:svgBlip xmlns:asvg="http://schemas.microsoft.com/office/drawing/2016/SVG/main" r:embed="rId6"/>
                  </a:ext>
                </a:extLst>
              </a:blip>
              <a:stretch>
                <a:fillRect/>
              </a:stretch>
            </p:blipFill>
            <p:spPr>
              <a:xfrm>
                <a:off x="8266339" y="357257"/>
                <a:ext cx="1720121" cy="1720121"/>
              </a:xfrm>
              <a:prstGeom prst="rect">
                <a:avLst/>
              </a:prstGeom>
            </p:spPr>
          </p:pic>
          <p:pic>
            <p:nvPicPr>
              <p:cNvPr id="78" name="Graphic 77" descr="Female Profile with solid fill">
                <a:extLst>
                  <a:ext uri="{FF2B5EF4-FFF2-40B4-BE49-F238E27FC236}">
                    <a16:creationId xmlns:a16="http://schemas.microsoft.com/office/drawing/2014/main" id="{D7ADFFB3-D6CF-B9FD-32EE-E55BD2F04E1D}"/>
                  </a:ext>
                </a:extLst>
              </p:cNvPr>
              <p:cNvPicPr>
                <a:picLocks noChangeAspect="1"/>
              </p:cNvPicPr>
              <p:nvPr/>
            </p:nvPicPr>
            <p:blipFill>
              <a:blip>
                <a:extLst>
                  <a:ext uri="{96DAC541-7B7A-43D3-8B79-37D633B846F1}">
                    <asvg:svgBlip xmlns:asvg="http://schemas.microsoft.com/office/drawing/2016/SVG/main" r:embed="rId5"/>
                  </a:ext>
                </a:extLst>
              </a:blip>
              <a:stretch>
                <a:fillRect/>
              </a:stretch>
            </p:blipFill>
            <p:spPr>
              <a:xfrm>
                <a:off x="7077341" y="357257"/>
                <a:ext cx="1720121" cy="1720121"/>
              </a:xfrm>
              <a:prstGeom prst="rect">
                <a:avLst/>
              </a:prstGeom>
            </p:spPr>
          </p:pic>
          <p:pic>
            <p:nvPicPr>
              <p:cNvPr id="79" name="Graphic 78" descr="Female Profile with solid fill">
                <a:extLst>
                  <a:ext uri="{FF2B5EF4-FFF2-40B4-BE49-F238E27FC236}">
                    <a16:creationId xmlns:a16="http://schemas.microsoft.com/office/drawing/2014/main" id="{EE3B4880-538D-F491-10D8-65EF46F6A73B}"/>
                  </a:ext>
                </a:extLst>
              </p:cNvPr>
              <p:cNvPicPr>
                <a:picLocks noChangeAspect="1"/>
              </p:cNvPicPr>
              <p:nvPr/>
            </p:nvPicPr>
            <p:blipFill>
              <a:blip>
                <a:extLst>
                  <a:ext uri="{96DAC541-7B7A-43D3-8B79-37D633B846F1}">
                    <asvg:svgBlip xmlns:asvg="http://schemas.microsoft.com/office/drawing/2016/SVG/main" r:embed="rId5"/>
                  </a:ext>
                </a:extLst>
              </a:blip>
              <a:stretch>
                <a:fillRect/>
              </a:stretch>
            </p:blipFill>
            <p:spPr>
              <a:xfrm>
                <a:off x="10640950" y="357256"/>
                <a:ext cx="1720121" cy="1720121"/>
              </a:xfrm>
              <a:prstGeom prst="rect">
                <a:avLst/>
              </a:prstGeom>
            </p:spPr>
          </p:pic>
          <p:pic>
            <p:nvPicPr>
              <p:cNvPr id="80" name="Graphic 79" descr="Female Profile with solid fill">
                <a:extLst>
                  <a:ext uri="{FF2B5EF4-FFF2-40B4-BE49-F238E27FC236}">
                    <a16:creationId xmlns:a16="http://schemas.microsoft.com/office/drawing/2014/main" id="{8C9A0D93-69D6-15A0-2E84-CF46E547EF7D}"/>
                  </a:ext>
                </a:extLst>
              </p:cNvPr>
              <p:cNvPicPr>
                <a:picLocks noChangeAspect="1"/>
              </p:cNvPicPr>
              <p:nvPr/>
            </p:nvPicPr>
            <p:blipFill>
              <a:blip>
                <a:extLst>
                  <a:ext uri="{96DAC541-7B7A-43D3-8B79-37D633B846F1}">
                    <asvg:svgBlip xmlns:asvg="http://schemas.microsoft.com/office/drawing/2016/SVG/main" r:embed="rId7"/>
                  </a:ext>
                </a:extLst>
              </a:blip>
              <a:stretch>
                <a:fillRect/>
              </a:stretch>
            </p:blipFill>
            <p:spPr>
              <a:xfrm>
                <a:off x="9451952" y="357256"/>
                <a:ext cx="1720121" cy="1720121"/>
              </a:xfrm>
              <a:prstGeom prst="rect">
                <a:avLst/>
              </a:prstGeom>
            </p:spPr>
          </p:pic>
        </p:grpSp>
      </p:grpSp>
      <p:grpSp>
        <p:nvGrpSpPr>
          <p:cNvPr id="91" name="Group 90">
            <a:extLst>
              <a:ext uri="{FF2B5EF4-FFF2-40B4-BE49-F238E27FC236}">
                <a16:creationId xmlns:a16="http://schemas.microsoft.com/office/drawing/2014/main" id="{F57CAD80-85CC-0471-7782-5BFE0EE73BE7}"/>
              </a:ext>
            </a:extLst>
          </p:cNvPr>
          <p:cNvGrpSpPr/>
          <p:nvPr/>
        </p:nvGrpSpPr>
        <p:grpSpPr>
          <a:xfrm>
            <a:off x="-9121" y="4422493"/>
            <a:ext cx="12479895" cy="1830666"/>
            <a:chOff x="-9121" y="4422493"/>
            <a:chExt cx="12479895" cy="1830666"/>
          </a:xfrm>
        </p:grpSpPr>
        <p:sp>
          <p:nvSpPr>
            <p:cNvPr id="92" name="Rounded Rectangle 91">
              <a:extLst>
                <a:ext uri="{FF2B5EF4-FFF2-40B4-BE49-F238E27FC236}">
                  <a16:creationId xmlns:a16="http://schemas.microsoft.com/office/drawing/2014/main" id="{EC55BE29-0F5D-4383-54CD-ECA41BD07D1C}"/>
                </a:ext>
              </a:extLst>
            </p:cNvPr>
            <p:cNvSpPr/>
            <p:nvPr/>
          </p:nvSpPr>
          <p:spPr>
            <a:xfrm>
              <a:off x="8655732" y="4422493"/>
              <a:ext cx="2340000" cy="1830666"/>
            </a:xfrm>
            <a:prstGeom prst="roundRect">
              <a:avLst>
                <a:gd name="adj" fmla="val 11754"/>
              </a:avLst>
            </a:prstGeom>
            <a:solidFill>
              <a:schemeClr val="accent2">
                <a:lumMod val="20000"/>
                <a:lumOff val="80000"/>
                <a:alpha val="60000"/>
              </a:schemeClr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NO"/>
            </a:p>
          </p:txBody>
        </p:sp>
        <p:grpSp>
          <p:nvGrpSpPr>
            <p:cNvPr id="93" name="Group 92">
              <a:extLst>
                <a:ext uri="{FF2B5EF4-FFF2-40B4-BE49-F238E27FC236}">
                  <a16:creationId xmlns:a16="http://schemas.microsoft.com/office/drawing/2014/main" id="{8205A200-E308-8AD8-1E82-DCB1655EC182}"/>
                </a:ext>
              </a:extLst>
            </p:cNvPr>
            <p:cNvGrpSpPr/>
            <p:nvPr/>
          </p:nvGrpSpPr>
          <p:grpSpPr>
            <a:xfrm>
              <a:off x="-9121" y="4422493"/>
              <a:ext cx="12479895" cy="1780819"/>
              <a:chOff x="-151935" y="4132267"/>
              <a:chExt cx="12479895" cy="1780819"/>
            </a:xfrm>
          </p:grpSpPr>
          <p:grpSp>
            <p:nvGrpSpPr>
              <p:cNvPr id="94" name="Group 93">
                <a:extLst>
                  <a:ext uri="{FF2B5EF4-FFF2-40B4-BE49-F238E27FC236}">
                    <a16:creationId xmlns:a16="http://schemas.microsoft.com/office/drawing/2014/main" id="{E7C2470A-0BC6-6CC7-91B6-2993D8B9A621}"/>
                  </a:ext>
                </a:extLst>
              </p:cNvPr>
              <p:cNvGrpSpPr/>
              <p:nvPr/>
            </p:nvGrpSpPr>
            <p:grpSpPr>
              <a:xfrm>
                <a:off x="204107" y="5647329"/>
                <a:ext cx="11782631" cy="265757"/>
                <a:chOff x="266700" y="1866900"/>
                <a:chExt cx="11782631" cy="265757"/>
              </a:xfrm>
            </p:grpSpPr>
            <p:sp>
              <p:nvSpPr>
                <p:cNvPr id="105" name="TextBox 104">
                  <a:extLst>
                    <a:ext uri="{FF2B5EF4-FFF2-40B4-BE49-F238E27FC236}">
                      <a16:creationId xmlns:a16="http://schemas.microsoft.com/office/drawing/2014/main" id="{B749851C-27DD-81A6-561C-BEF3583C30F2}"/>
                    </a:ext>
                  </a:extLst>
                </p:cNvPr>
                <p:cNvSpPr txBox="1"/>
                <p:nvPr/>
              </p:nvSpPr>
              <p:spPr>
                <a:xfrm>
                  <a:off x="266700" y="1866900"/>
                  <a:ext cx="1130300" cy="261610"/>
                </a:xfrm>
                <a:prstGeom prst="rect">
                  <a:avLst/>
                </a:prstGeom>
                <a:noFill/>
              </p:spPr>
              <p:txBody>
                <a:bodyPr wrap="square" rtlCol="0">
                  <a:spAutoFit/>
                </a:bodyPr>
                <a:lstStyle/>
                <a:p>
                  <a:pPr algn="ctr"/>
                  <a:r>
                    <a:rPr lang="en-NO" sz="1100" dirty="0">
                      <a:solidFill>
                        <a:schemeClr val="bg2">
                          <a:lumMod val="50000"/>
                        </a:schemeClr>
                      </a:solidFill>
                    </a:rPr>
                    <a:t>1</a:t>
                  </a:r>
                </a:p>
              </p:txBody>
            </p:sp>
            <p:sp>
              <p:nvSpPr>
                <p:cNvPr id="106" name="TextBox 105">
                  <a:extLst>
                    <a:ext uri="{FF2B5EF4-FFF2-40B4-BE49-F238E27FC236}">
                      <a16:creationId xmlns:a16="http://schemas.microsoft.com/office/drawing/2014/main" id="{21F369AC-91B8-DC99-2508-A9CA4BE8FC01}"/>
                    </a:ext>
                  </a:extLst>
                </p:cNvPr>
                <p:cNvSpPr txBox="1"/>
                <p:nvPr/>
              </p:nvSpPr>
              <p:spPr>
                <a:xfrm>
                  <a:off x="1455228" y="1866900"/>
                  <a:ext cx="1130300" cy="261610"/>
                </a:xfrm>
                <a:prstGeom prst="rect">
                  <a:avLst/>
                </a:prstGeom>
                <a:noFill/>
              </p:spPr>
              <p:txBody>
                <a:bodyPr wrap="square" rtlCol="0">
                  <a:spAutoFit/>
                </a:bodyPr>
                <a:lstStyle/>
                <a:p>
                  <a:pPr algn="ctr"/>
                  <a:r>
                    <a:rPr lang="en-NO" sz="1100" dirty="0">
                      <a:solidFill>
                        <a:schemeClr val="bg2">
                          <a:lumMod val="50000"/>
                        </a:schemeClr>
                      </a:solidFill>
                    </a:rPr>
                    <a:t>2</a:t>
                  </a:r>
                </a:p>
              </p:txBody>
            </p:sp>
            <p:sp>
              <p:nvSpPr>
                <p:cNvPr id="107" name="TextBox 106">
                  <a:extLst>
                    <a:ext uri="{FF2B5EF4-FFF2-40B4-BE49-F238E27FC236}">
                      <a16:creationId xmlns:a16="http://schemas.microsoft.com/office/drawing/2014/main" id="{FA1730CA-6861-1B38-A287-4A3D7CE22E8E}"/>
                    </a:ext>
                  </a:extLst>
                </p:cNvPr>
                <p:cNvSpPr txBox="1"/>
                <p:nvPr/>
              </p:nvSpPr>
              <p:spPr>
                <a:xfrm>
                  <a:off x="2642599" y="1871047"/>
                  <a:ext cx="1130300" cy="261610"/>
                </a:xfrm>
                <a:prstGeom prst="rect">
                  <a:avLst/>
                </a:prstGeom>
                <a:noFill/>
              </p:spPr>
              <p:txBody>
                <a:bodyPr wrap="square" rtlCol="0">
                  <a:spAutoFit/>
                </a:bodyPr>
                <a:lstStyle/>
                <a:p>
                  <a:pPr algn="ctr"/>
                  <a:r>
                    <a:rPr lang="en-NO" sz="1100" dirty="0">
                      <a:solidFill>
                        <a:schemeClr val="bg2">
                          <a:lumMod val="50000"/>
                        </a:schemeClr>
                      </a:solidFill>
                    </a:rPr>
                    <a:t>3</a:t>
                  </a:r>
                </a:p>
              </p:txBody>
            </p:sp>
            <p:sp>
              <p:nvSpPr>
                <p:cNvPr id="108" name="TextBox 107">
                  <a:extLst>
                    <a:ext uri="{FF2B5EF4-FFF2-40B4-BE49-F238E27FC236}">
                      <a16:creationId xmlns:a16="http://schemas.microsoft.com/office/drawing/2014/main" id="{46635CC5-6327-7C91-A437-64D00FE79E0C}"/>
                    </a:ext>
                  </a:extLst>
                </p:cNvPr>
                <p:cNvSpPr txBox="1"/>
                <p:nvPr/>
              </p:nvSpPr>
              <p:spPr>
                <a:xfrm>
                  <a:off x="3826063" y="1866900"/>
                  <a:ext cx="1130300" cy="261610"/>
                </a:xfrm>
                <a:prstGeom prst="rect">
                  <a:avLst/>
                </a:prstGeom>
                <a:noFill/>
              </p:spPr>
              <p:txBody>
                <a:bodyPr wrap="square" rtlCol="0">
                  <a:spAutoFit/>
                </a:bodyPr>
                <a:lstStyle/>
                <a:p>
                  <a:pPr algn="ctr"/>
                  <a:r>
                    <a:rPr lang="en-NO" sz="1100" dirty="0">
                      <a:solidFill>
                        <a:schemeClr val="bg2">
                          <a:lumMod val="50000"/>
                        </a:schemeClr>
                      </a:solidFill>
                    </a:rPr>
                    <a:t>4</a:t>
                  </a:r>
                </a:p>
              </p:txBody>
            </p:sp>
            <p:sp>
              <p:nvSpPr>
                <p:cNvPr id="109" name="TextBox 108">
                  <a:extLst>
                    <a:ext uri="{FF2B5EF4-FFF2-40B4-BE49-F238E27FC236}">
                      <a16:creationId xmlns:a16="http://schemas.microsoft.com/office/drawing/2014/main" id="{D1D581B8-0818-6CE2-FFFA-3E356F53BEE7}"/>
                    </a:ext>
                  </a:extLst>
                </p:cNvPr>
                <p:cNvSpPr txBox="1"/>
                <p:nvPr/>
              </p:nvSpPr>
              <p:spPr>
                <a:xfrm>
                  <a:off x="5001712" y="1866900"/>
                  <a:ext cx="1130300" cy="261610"/>
                </a:xfrm>
                <a:prstGeom prst="rect">
                  <a:avLst/>
                </a:prstGeom>
                <a:noFill/>
              </p:spPr>
              <p:txBody>
                <a:bodyPr wrap="square" rtlCol="0">
                  <a:spAutoFit/>
                </a:bodyPr>
                <a:lstStyle/>
                <a:p>
                  <a:pPr algn="ctr"/>
                  <a:r>
                    <a:rPr lang="en-NO" sz="1100" dirty="0">
                      <a:solidFill>
                        <a:schemeClr val="bg2">
                          <a:lumMod val="50000"/>
                        </a:schemeClr>
                      </a:solidFill>
                    </a:rPr>
                    <a:t>5</a:t>
                  </a:r>
                </a:p>
              </p:txBody>
            </p:sp>
            <p:sp>
              <p:nvSpPr>
                <p:cNvPr id="110" name="TextBox 109">
                  <a:extLst>
                    <a:ext uri="{FF2B5EF4-FFF2-40B4-BE49-F238E27FC236}">
                      <a16:creationId xmlns:a16="http://schemas.microsoft.com/office/drawing/2014/main" id="{F8DFE47B-D867-4C76-0B44-348C2F8E570C}"/>
                    </a:ext>
                  </a:extLst>
                </p:cNvPr>
                <p:cNvSpPr txBox="1"/>
                <p:nvPr/>
              </p:nvSpPr>
              <p:spPr>
                <a:xfrm>
                  <a:off x="6185175" y="1866900"/>
                  <a:ext cx="1130300" cy="261610"/>
                </a:xfrm>
                <a:prstGeom prst="rect">
                  <a:avLst/>
                </a:prstGeom>
                <a:noFill/>
              </p:spPr>
              <p:txBody>
                <a:bodyPr wrap="square" rtlCol="0">
                  <a:spAutoFit/>
                </a:bodyPr>
                <a:lstStyle/>
                <a:p>
                  <a:pPr algn="ctr"/>
                  <a:r>
                    <a:rPr lang="en-NO" sz="1100" dirty="0">
                      <a:solidFill>
                        <a:schemeClr val="bg2">
                          <a:lumMod val="50000"/>
                        </a:schemeClr>
                      </a:solidFill>
                    </a:rPr>
                    <a:t>6</a:t>
                  </a:r>
                </a:p>
              </p:txBody>
            </p:sp>
            <p:sp>
              <p:nvSpPr>
                <p:cNvPr id="111" name="TextBox 110">
                  <a:extLst>
                    <a:ext uri="{FF2B5EF4-FFF2-40B4-BE49-F238E27FC236}">
                      <a16:creationId xmlns:a16="http://schemas.microsoft.com/office/drawing/2014/main" id="{F50BCE64-C5FC-4551-E526-0038155D8168}"/>
                    </a:ext>
                  </a:extLst>
                </p:cNvPr>
                <p:cNvSpPr txBox="1"/>
                <p:nvPr/>
              </p:nvSpPr>
              <p:spPr>
                <a:xfrm>
                  <a:off x="7368641" y="1866900"/>
                  <a:ext cx="1130300" cy="261610"/>
                </a:xfrm>
                <a:prstGeom prst="rect">
                  <a:avLst/>
                </a:prstGeom>
                <a:noFill/>
              </p:spPr>
              <p:txBody>
                <a:bodyPr wrap="square" rtlCol="0">
                  <a:spAutoFit/>
                </a:bodyPr>
                <a:lstStyle/>
                <a:p>
                  <a:pPr algn="ctr"/>
                  <a:r>
                    <a:rPr lang="en-NO" sz="1100" dirty="0">
                      <a:solidFill>
                        <a:schemeClr val="bg2">
                          <a:lumMod val="50000"/>
                        </a:schemeClr>
                      </a:solidFill>
                    </a:rPr>
                    <a:t>7</a:t>
                  </a:r>
                </a:p>
              </p:txBody>
            </p:sp>
            <p:sp>
              <p:nvSpPr>
                <p:cNvPr id="112" name="TextBox 111">
                  <a:extLst>
                    <a:ext uri="{FF2B5EF4-FFF2-40B4-BE49-F238E27FC236}">
                      <a16:creationId xmlns:a16="http://schemas.microsoft.com/office/drawing/2014/main" id="{B5CE0DDD-5430-4743-7E09-16D9E1920081}"/>
                    </a:ext>
                  </a:extLst>
                </p:cNvPr>
                <p:cNvSpPr txBox="1"/>
                <p:nvPr/>
              </p:nvSpPr>
              <p:spPr>
                <a:xfrm>
                  <a:off x="8552103" y="1866900"/>
                  <a:ext cx="1130300" cy="261610"/>
                </a:xfrm>
                <a:prstGeom prst="rect">
                  <a:avLst/>
                </a:prstGeom>
                <a:noFill/>
              </p:spPr>
              <p:txBody>
                <a:bodyPr wrap="square" rtlCol="0">
                  <a:spAutoFit/>
                </a:bodyPr>
                <a:lstStyle/>
                <a:p>
                  <a:pPr algn="ctr"/>
                  <a:r>
                    <a:rPr lang="en-NO" sz="1100" dirty="0">
                      <a:solidFill>
                        <a:schemeClr val="bg2">
                          <a:lumMod val="50000"/>
                        </a:schemeClr>
                      </a:solidFill>
                    </a:rPr>
                    <a:t>8</a:t>
                  </a:r>
                </a:p>
              </p:txBody>
            </p:sp>
            <p:sp>
              <p:nvSpPr>
                <p:cNvPr id="113" name="TextBox 112">
                  <a:extLst>
                    <a:ext uri="{FF2B5EF4-FFF2-40B4-BE49-F238E27FC236}">
                      <a16:creationId xmlns:a16="http://schemas.microsoft.com/office/drawing/2014/main" id="{DD2DF54E-0DDC-77FD-B135-DF583F1B5F5A}"/>
                    </a:ext>
                  </a:extLst>
                </p:cNvPr>
                <p:cNvSpPr txBox="1"/>
                <p:nvPr/>
              </p:nvSpPr>
              <p:spPr>
                <a:xfrm>
                  <a:off x="9735567" y="1866900"/>
                  <a:ext cx="1130300" cy="261610"/>
                </a:xfrm>
                <a:prstGeom prst="rect">
                  <a:avLst/>
                </a:prstGeom>
                <a:noFill/>
              </p:spPr>
              <p:txBody>
                <a:bodyPr wrap="square" rtlCol="0">
                  <a:spAutoFit/>
                </a:bodyPr>
                <a:lstStyle/>
                <a:p>
                  <a:pPr algn="ctr"/>
                  <a:r>
                    <a:rPr lang="en-NO" sz="1100" dirty="0">
                      <a:solidFill>
                        <a:schemeClr val="bg2">
                          <a:lumMod val="50000"/>
                        </a:schemeClr>
                      </a:solidFill>
                    </a:rPr>
                    <a:t>9</a:t>
                  </a:r>
                </a:p>
              </p:txBody>
            </p:sp>
            <p:sp>
              <p:nvSpPr>
                <p:cNvPr id="114" name="TextBox 113">
                  <a:extLst>
                    <a:ext uri="{FF2B5EF4-FFF2-40B4-BE49-F238E27FC236}">
                      <a16:creationId xmlns:a16="http://schemas.microsoft.com/office/drawing/2014/main" id="{B8C13A9B-5182-FA96-1A16-0F3B9F159048}"/>
                    </a:ext>
                  </a:extLst>
                </p:cNvPr>
                <p:cNvSpPr txBox="1"/>
                <p:nvPr/>
              </p:nvSpPr>
              <p:spPr>
                <a:xfrm>
                  <a:off x="10919031" y="1866900"/>
                  <a:ext cx="1130300" cy="261610"/>
                </a:xfrm>
                <a:prstGeom prst="rect">
                  <a:avLst/>
                </a:prstGeom>
                <a:noFill/>
              </p:spPr>
              <p:txBody>
                <a:bodyPr wrap="square" rtlCol="0">
                  <a:spAutoFit/>
                </a:bodyPr>
                <a:lstStyle/>
                <a:p>
                  <a:pPr algn="ctr"/>
                  <a:r>
                    <a:rPr lang="en-NO" sz="1100" dirty="0">
                      <a:solidFill>
                        <a:schemeClr val="bg2">
                          <a:lumMod val="50000"/>
                        </a:schemeClr>
                      </a:solidFill>
                    </a:rPr>
                    <a:t>10</a:t>
                  </a:r>
                </a:p>
              </p:txBody>
            </p:sp>
          </p:grpSp>
          <p:pic>
            <p:nvPicPr>
              <p:cNvPr id="95" name="Graphic 94" descr="User with solid fill">
                <a:extLst>
                  <a:ext uri="{FF2B5EF4-FFF2-40B4-BE49-F238E27FC236}">
                    <a16:creationId xmlns:a16="http://schemas.microsoft.com/office/drawing/2014/main" id="{A07FC5BE-3C33-BEA4-D909-E0AE614A04E6}"/>
                  </a:ext>
                </a:extLst>
              </p:cNvPr>
              <p:cNvPicPr>
                <a:picLocks noChangeAspect="1"/>
              </p:cNvPicPr>
              <p:nvPr/>
            </p:nvPicPr>
            <p:blipFill>
              <a:blip>
                <a:extLst>
                  <a:ext uri="{96DAC541-7B7A-43D3-8B79-37D633B846F1}">
                    <asvg:svgBlip xmlns:asvg="http://schemas.microsoft.com/office/drawing/2016/SVG/main" r:embed="rId8"/>
                  </a:ext>
                </a:extLst>
              </a:blip>
              <a:stretch>
                <a:fillRect/>
              </a:stretch>
            </p:blipFill>
            <p:spPr>
              <a:xfrm>
                <a:off x="4643869" y="4133608"/>
                <a:ext cx="1720800" cy="1720800"/>
              </a:xfrm>
              <a:prstGeom prst="rect">
                <a:avLst/>
              </a:prstGeom>
            </p:spPr>
          </p:pic>
          <p:pic>
            <p:nvPicPr>
              <p:cNvPr id="96" name="Graphic 95" descr="User with solid fill">
                <a:extLst>
                  <a:ext uri="{FF2B5EF4-FFF2-40B4-BE49-F238E27FC236}">
                    <a16:creationId xmlns:a16="http://schemas.microsoft.com/office/drawing/2014/main" id="{1ED2D652-39B2-EE39-0C93-509936CAF47E}"/>
                  </a:ext>
                </a:extLst>
              </p:cNvPr>
              <p:cNvPicPr>
                <a:picLocks noChangeAspect="1"/>
              </p:cNvPicPr>
              <p:nvPr/>
            </p:nvPicPr>
            <p:blipFill>
              <a:blip>
                <a:extLst>
                  <a:ext uri="{96DAC541-7B7A-43D3-8B79-37D633B846F1}">
                    <asvg:svgBlip xmlns:asvg="http://schemas.microsoft.com/office/drawing/2016/SVG/main" r:embed="rId8"/>
                  </a:ext>
                </a:extLst>
              </a:blip>
              <a:stretch>
                <a:fillRect/>
              </a:stretch>
            </p:blipFill>
            <p:spPr>
              <a:xfrm>
                <a:off x="3446415" y="4133547"/>
                <a:ext cx="1720800" cy="1720800"/>
              </a:xfrm>
              <a:prstGeom prst="rect">
                <a:avLst/>
              </a:prstGeom>
            </p:spPr>
          </p:pic>
          <p:pic>
            <p:nvPicPr>
              <p:cNvPr id="97" name="Graphic 96" descr="User with solid fill">
                <a:extLst>
                  <a:ext uri="{FF2B5EF4-FFF2-40B4-BE49-F238E27FC236}">
                    <a16:creationId xmlns:a16="http://schemas.microsoft.com/office/drawing/2014/main" id="{021B2CD5-50FC-B8ED-A80E-1D8B4C28357B}"/>
                  </a:ext>
                </a:extLst>
              </p:cNvPr>
              <p:cNvPicPr>
                <a:picLocks noChangeAspect="1"/>
              </p:cNvPicPr>
              <p:nvPr/>
            </p:nvPicPr>
            <p:blipFill>
              <a:blip>
                <a:extLst>
                  <a:ext uri="{96DAC541-7B7A-43D3-8B79-37D633B846F1}">
                    <asvg:svgBlip xmlns:asvg="http://schemas.microsoft.com/office/drawing/2016/SVG/main" r:embed="rId8"/>
                  </a:ext>
                </a:extLst>
              </a:blip>
              <a:stretch>
                <a:fillRect/>
              </a:stretch>
            </p:blipFill>
            <p:spPr>
              <a:xfrm>
                <a:off x="2231251" y="4132267"/>
                <a:ext cx="1720800" cy="1720800"/>
              </a:xfrm>
              <a:prstGeom prst="rect">
                <a:avLst/>
              </a:prstGeom>
            </p:spPr>
          </p:pic>
          <p:pic>
            <p:nvPicPr>
              <p:cNvPr id="98" name="Graphic 97" descr="User with solid fill">
                <a:extLst>
                  <a:ext uri="{FF2B5EF4-FFF2-40B4-BE49-F238E27FC236}">
                    <a16:creationId xmlns:a16="http://schemas.microsoft.com/office/drawing/2014/main" id="{525C86C9-BD23-F969-1015-C43769AA06CE}"/>
                  </a:ext>
                </a:extLst>
              </p:cNvPr>
              <p:cNvPicPr>
                <a:picLocks noChangeAspect="1"/>
              </p:cNvPicPr>
              <p:nvPr/>
            </p:nvPicPr>
            <p:blipFill>
              <a:blip>
                <a:extLst>
                  <a:ext uri="{96DAC541-7B7A-43D3-8B79-37D633B846F1}">
                    <asvg:svgBlip xmlns:asvg="http://schemas.microsoft.com/office/drawing/2016/SVG/main" r:embed="rId8"/>
                  </a:ext>
                </a:extLst>
              </a:blip>
              <a:stretch>
                <a:fillRect/>
              </a:stretch>
            </p:blipFill>
            <p:spPr>
              <a:xfrm>
                <a:off x="1037879" y="4133608"/>
                <a:ext cx="1720800" cy="1720800"/>
              </a:xfrm>
              <a:prstGeom prst="rect">
                <a:avLst/>
              </a:prstGeom>
            </p:spPr>
          </p:pic>
          <p:pic>
            <p:nvPicPr>
              <p:cNvPr id="99" name="Graphic 98" descr="User with solid fill">
                <a:extLst>
                  <a:ext uri="{FF2B5EF4-FFF2-40B4-BE49-F238E27FC236}">
                    <a16:creationId xmlns:a16="http://schemas.microsoft.com/office/drawing/2014/main" id="{B6717E6E-72A0-1D3A-CC74-5EBCFCCF598E}"/>
                  </a:ext>
                </a:extLst>
              </p:cNvPr>
              <p:cNvPicPr>
                <a:picLocks noChangeAspect="1"/>
              </p:cNvPicPr>
              <p:nvPr/>
            </p:nvPicPr>
            <p:blipFill>
              <a:blip>
                <a:extLst>
                  <a:ext uri="{96DAC541-7B7A-43D3-8B79-37D633B846F1}">
                    <asvg:svgBlip xmlns:asvg="http://schemas.microsoft.com/office/drawing/2016/SVG/main" r:embed="rId8"/>
                  </a:ext>
                </a:extLst>
              </a:blip>
              <a:stretch>
                <a:fillRect/>
              </a:stretch>
            </p:blipFill>
            <p:spPr>
              <a:xfrm>
                <a:off x="-151935" y="4133547"/>
                <a:ext cx="1720800" cy="1720800"/>
              </a:xfrm>
              <a:prstGeom prst="rect">
                <a:avLst/>
              </a:prstGeom>
            </p:spPr>
          </p:pic>
          <p:pic>
            <p:nvPicPr>
              <p:cNvPr id="100" name="Graphic 99" descr="User with solid fill">
                <a:extLst>
                  <a:ext uri="{FF2B5EF4-FFF2-40B4-BE49-F238E27FC236}">
                    <a16:creationId xmlns:a16="http://schemas.microsoft.com/office/drawing/2014/main" id="{9A1CFAE6-737D-6561-A97E-1B1C36EB706F}"/>
                  </a:ext>
                </a:extLst>
              </p:cNvPr>
              <p:cNvPicPr>
                <a:picLocks noChangeAspect="1"/>
              </p:cNvPicPr>
              <p:nvPr/>
            </p:nvPicPr>
            <p:blipFill>
              <a:blip>
                <a:extLst>
                  <a:ext uri="{96DAC541-7B7A-43D3-8B79-37D633B846F1}">
                    <asvg:svgBlip xmlns:asvg="http://schemas.microsoft.com/office/drawing/2016/SVG/main" r:embed="rId8"/>
                  </a:ext>
                </a:extLst>
              </a:blip>
              <a:stretch>
                <a:fillRect/>
              </a:stretch>
            </p:blipFill>
            <p:spPr>
              <a:xfrm>
                <a:off x="10607160" y="4137690"/>
                <a:ext cx="1720800" cy="1720800"/>
              </a:xfrm>
              <a:prstGeom prst="rect">
                <a:avLst/>
              </a:prstGeom>
            </p:spPr>
          </p:pic>
          <p:pic>
            <p:nvPicPr>
              <p:cNvPr id="101" name="Graphic 100" descr="User with solid fill">
                <a:extLst>
                  <a:ext uri="{FF2B5EF4-FFF2-40B4-BE49-F238E27FC236}">
                    <a16:creationId xmlns:a16="http://schemas.microsoft.com/office/drawing/2014/main" id="{E8FE82BB-187D-2E87-4150-567AEDF38019}"/>
                  </a:ext>
                </a:extLst>
              </p:cNvPr>
              <p:cNvPicPr>
                <a:picLocks noChangeAspect="1"/>
              </p:cNvPicPr>
              <p:nvPr/>
            </p:nvPicPr>
            <p:blipFill>
              <a:blip>
                <a:extLst>
                  <a:ext uri="{96DAC541-7B7A-43D3-8B79-37D633B846F1}">
                    <asvg:svgBlip xmlns:asvg="http://schemas.microsoft.com/office/drawing/2016/SVG/main" r:embed="rId9"/>
                  </a:ext>
                </a:extLst>
              </a:blip>
              <a:stretch>
                <a:fillRect/>
              </a:stretch>
            </p:blipFill>
            <p:spPr>
              <a:xfrm>
                <a:off x="9409706" y="4133547"/>
                <a:ext cx="1720800" cy="1720800"/>
              </a:xfrm>
              <a:prstGeom prst="rect">
                <a:avLst/>
              </a:prstGeom>
            </p:spPr>
          </p:pic>
          <p:pic>
            <p:nvPicPr>
              <p:cNvPr id="102" name="Graphic 101" descr="User with solid fill">
                <a:extLst>
                  <a:ext uri="{FF2B5EF4-FFF2-40B4-BE49-F238E27FC236}">
                    <a16:creationId xmlns:a16="http://schemas.microsoft.com/office/drawing/2014/main" id="{027EC1FE-1C12-4A1F-9827-09458AFFE534}"/>
                  </a:ext>
                </a:extLst>
              </p:cNvPr>
              <p:cNvPicPr>
                <a:picLocks noChangeAspect="1"/>
              </p:cNvPicPr>
              <p:nvPr/>
            </p:nvPicPr>
            <p:blipFill>
              <a:blip>
                <a:extLst>
                  <a:ext uri="{96DAC541-7B7A-43D3-8B79-37D633B846F1}">
                    <asvg:svgBlip xmlns:asvg="http://schemas.microsoft.com/office/drawing/2016/SVG/main" r:embed="rId10"/>
                  </a:ext>
                </a:extLst>
              </a:blip>
              <a:stretch>
                <a:fillRect/>
              </a:stretch>
            </p:blipFill>
            <p:spPr>
              <a:xfrm>
                <a:off x="8233540" y="4137629"/>
                <a:ext cx="1720800" cy="1720800"/>
              </a:xfrm>
              <a:prstGeom prst="rect">
                <a:avLst/>
              </a:prstGeom>
            </p:spPr>
          </p:pic>
          <p:pic>
            <p:nvPicPr>
              <p:cNvPr id="103" name="Graphic 102" descr="User with solid fill">
                <a:extLst>
                  <a:ext uri="{FF2B5EF4-FFF2-40B4-BE49-F238E27FC236}">
                    <a16:creationId xmlns:a16="http://schemas.microsoft.com/office/drawing/2014/main" id="{41646605-5697-FC3C-A80A-DB67EB927B72}"/>
                  </a:ext>
                </a:extLst>
              </p:cNvPr>
              <p:cNvPicPr>
                <a:picLocks noChangeAspect="1"/>
              </p:cNvPicPr>
              <p:nvPr/>
            </p:nvPicPr>
            <p:blipFill>
              <a:blip>
                <a:extLst>
                  <a:ext uri="{96DAC541-7B7A-43D3-8B79-37D633B846F1}">
                    <asvg:svgBlip xmlns:asvg="http://schemas.microsoft.com/office/drawing/2016/SVG/main" r:embed="rId8"/>
                  </a:ext>
                </a:extLst>
              </a:blip>
              <a:stretch>
                <a:fillRect/>
              </a:stretch>
            </p:blipFill>
            <p:spPr>
              <a:xfrm>
                <a:off x="7036086" y="4137690"/>
                <a:ext cx="1720800" cy="1720800"/>
              </a:xfrm>
              <a:prstGeom prst="rect">
                <a:avLst/>
              </a:prstGeom>
            </p:spPr>
          </p:pic>
          <p:pic>
            <p:nvPicPr>
              <p:cNvPr id="104" name="Graphic 103" descr="User with solid fill">
                <a:extLst>
                  <a:ext uri="{FF2B5EF4-FFF2-40B4-BE49-F238E27FC236}">
                    <a16:creationId xmlns:a16="http://schemas.microsoft.com/office/drawing/2014/main" id="{7F5A7CB1-B4FC-A8F9-2CFB-2999CE2C7242}"/>
                  </a:ext>
                </a:extLst>
              </p:cNvPr>
              <p:cNvPicPr>
                <a:picLocks noChangeAspect="1"/>
              </p:cNvPicPr>
              <p:nvPr/>
            </p:nvPicPr>
            <p:blipFill>
              <a:blip>
                <a:extLst>
                  <a:ext uri="{96DAC541-7B7A-43D3-8B79-37D633B846F1}">
                    <asvg:svgBlip xmlns:asvg="http://schemas.microsoft.com/office/drawing/2016/SVG/main" r:embed="rId8"/>
                  </a:ext>
                </a:extLst>
              </a:blip>
              <a:stretch>
                <a:fillRect/>
              </a:stretch>
            </p:blipFill>
            <p:spPr>
              <a:xfrm>
                <a:off x="5846272" y="4132267"/>
                <a:ext cx="1720800" cy="1720800"/>
              </a:xfrm>
              <a:prstGeom prst="rect">
                <a:avLst/>
              </a:prstGeom>
            </p:spPr>
          </p:pic>
        </p:grpSp>
      </p:grpSp>
    </p:spTree>
    <p:extLst>
      <p:ext uri="{BB962C8B-B14F-4D97-AF65-F5344CB8AC3E}">
        <p14:creationId xmlns:p14="http://schemas.microsoft.com/office/powerpoint/2010/main" val="1360157078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AE64B53F-82B8-AFA2-886B-9411045E1AF9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" name="Group 1">
            <a:extLst>
              <a:ext uri="{FF2B5EF4-FFF2-40B4-BE49-F238E27FC236}">
                <a16:creationId xmlns:a16="http://schemas.microsoft.com/office/drawing/2014/main" id="{787716D9-F005-8739-5C31-996BC2AC7232}"/>
              </a:ext>
            </a:extLst>
          </p:cNvPr>
          <p:cNvGrpSpPr/>
          <p:nvPr/>
        </p:nvGrpSpPr>
        <p:grpSpPr>
          <a:xfrm>
            <a:off x="0" y="2513667"/>
            <a:ext cx="12371296" cy="1830666"/>
            <a:chOff x="0" y="2940240"/>
            <a:chExt cx="12371296" cy="1830666"/>
          </a:xfrm>
        </p:grpSpPr>
        <p:sp>
          <p:nvSpPr>
            <p:cNvPr id="3" name="Rounded Rectangle 2">
              <a:extLst>
                <a:ext uri="{FF2B5EF4-FFF2-40B4-BE49-F238E27FC236}">
                  <a16:creationId xmlns:a16="http://schemas.microsoft.com/office/drawing/2014/main" id="{F7B236B3-05B7-BAEE-522C-09BF773E85E9}"/>
                </a:ext>
              </a:extLst>
            </p:cNvPr>
            <p:cNvSpPr/>
            <p:nvPr/>
          </p:nvSpPr>
          <p:spPr>
            <a:xfrm>
              <a:off x="1468551" y="2940240"/>
              <a:ext cx="2340000" cy="1830666"/>
            </a:xfrm>
            <a:prstGeom prst="roundRect">
              <a:avLst>
                <a:gd name="adj" fmla="val 11754"/>
              </a:avLst>
            </a:prstGeom>
            <a:solidFill>
              <a:schemeClr val="accent4">
                <a:lumMod val="20000"/>
                <a:lumOff val="80000"/>
                <a:alpha val="60000"/>
              </a:schemeClr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NO"/>
            </a:p>
          </p:txBody>
        </p:sp>
        <p:grpSp>
          <p:nvGrpSpPr>
            <p:cNvPr id="6" name="Group 5">
              <a:extLst>
                <a:ext uri="{FF2B5EF4-FFF2-40B4-BE49-F238E27FC236}">
                  <a16:creationId xmlns:a16="http://schemas.microsoft.com/office/drawing/2014/main" id="{5CEA4F17-4263-B79D-A61F-FA2DFF1B3117}"/>
                </a:ext>
              </a:extLst>
            </p:cNvPr>
            <p:cNvGrpSpPr/>
            <p:nvPr/>
          </p:nvGrpSpPr>
          <p:grpSpPr>
            <a:xfrm>
              <a:off x="0" y="2949948"/>
              <a:ext cx="12371296" cy="1775396"/>
              <a:chOff x="-27055" y="357261"/>
              <a:chExt cx="12371296" cy="1775396"/>
            </a:xfrm>
          </p:grpSpPr>
          <p:pic>
            <p:nvPicPr>
              <p:cNvPr id="7" name="Graphic 6" descr="Male profile with solid fill">
                <a:extLst>
                  <a:ext uri="{FF2B5EF4-FFF2-40B4-BE49-F238E27FC236}">
                    <a16:creationId xmlns:a16="http://schemas.microsoft.com/office/drawing/2014/main" id="{BD1E240B-3543-A827-E952-C3E8E7A53118}"/>
                  </a:ext>
                </a:extLst>
              </p:cNvPr>
              <p:cNvPicPr>
                <a:picLocks noChangeAspect="1"/>
              </p:cNvPicPr>
              <p:nvPr/>
            </p:nvPicPr>
            <p:blipFill>
              <a:blip>
                <a:extLst>
                  <a:ext uri="{96DAC541-7B7A-43D3-8B79-37D633B846F1}">
                    <asvg:svgBlip xmlns:asvg="http://schemas.microsoft.com/office/drawing/2016/SVG/main" r:embed="rId2"/>
                  </a:ext>
                </a:extLst>
              </a:blip>
              <a:stretch>
                <a:fillRect/>
              </a:stretch>
            </p:blipFill>
            <p:spPr>
              <a:xfrm>
                <a:off x="4706802" y="357266"/>
                <a:ext cx="1720121" cy="1720121"/>
              </a:xfrm>
              <a:prstGeom prst="rect">
                <a:avLst/>
              </a:prstGeom>
            </p:spPr>
          </p:pic>
          <p:pic>
            <p:nvPicPr>
              <p:cNvPr id="8" name="Graphic 7" descr="Male profile with solid fill">
                <a:extLst>
                  <a:ext uri="{FF2B5EF4-FFF2-40B4-BE49-F238E27FC236}">
                    <a16:creationId xmlns:a16="http://schemas.microsoft.com/office/drawing/2014/main" id="{378E5648-2940-3AB3-EC24-EC35544F8372}"/>
                  </a:ext>
                </a:extLst>
              </p:cNvPr>
              <p:cNvPicPr>
                <a:picLocks noChangeAspect="1"/>
              </p:cNvPicPr>
              <p:nvPr/>
            </p:nvPicPr>
            <p:blipFill>
              <a:blip>
                <a:extLst>
                  <a:ext uri="{96DAC541-7B7A-43D3-8B79-37D633B846F1}">
                    <asvg:svgBlip xmlns:asvg="http://schemas.microsoft.com/office/drawing/2016/SVG/main" r:embed="rId2"/>
                  </a:ext>
                </a:extLst>
              </a:blip>
              <a:stretch>
                <a:fillRect/>
              </a:stretch>
            </p:blipFill>
            <p:spPr>
              <a:xfrm>
                <a:off x="5890265" y="357265"/>
                <a:ext cx="1720121" cy="1720121"/>
              </a:xfrm>
              <a:prstGeom prst="rect">
                <a:avLst/>
              </a:prstGeom>
            </p:spPr>
          </p:pic>
          <p:pic>
            <p:nvPicPr>
              <p:cNvPr id="9" name="Graphic 8" descr="Male profile with solid fill">
                <a:extLst>
                  <a:ext uri="{FF2B5EF4-FFF2-40B4-BE49-F238E27FC236}">
                    <a16:creationId xmlns:a16="http://schemas.microsoft.com/office/drawing/2014/main" id="{E4E04381-98E0-B471-2BFB-00FAB89BB983}"/>
                  </a:ext>
                </a:extLst>
              </p:cNvPr>
              <p:cNvPicPr>
                <a:picLocks noChangeAspect="1"/>
              </p:cNvPicPr>
              <p:nvPr/>
            </p:nvPicPr>
            <p:blipFill>
              <a:blip>
                <a:extLst>
                  <a:ext uri="{96DAC541-7B7A-43D3-8B79-37D633B846F1}">
                    <asvg:svgBlip xmlns:asvg="http://schemas.microsoft.com/office/drawing/2016/SVG/main" r:embed="rId2"/>
                  </a:ext>
                </a:extLst>
              </a:blip>
              <a:stretch>
                <a:fillRect/>
              </a:stretch>
            </p:blipFill>
            <p:spPr>
              <a:xfrm>
                <a:off x="7073731" y="357264"/>
                <a:ext cx="1720121" cy="1720121"/>
              </a:xfrm>
              <a:prstGeom prst="rect">
                <a:avLst/>
              </a:prstGeom>
            </p:spPr>
          </p:pic>
          <p:pic>
            <p:nvPicPr>
              <p:cNvPr id="10" name="Graphic 9" descr="Male profile with solid fill">
                <a:extLst>
                  <a:ext uri="{FF2B5EF4-FFF2-40B4-BE49-F238E27FC236}">
                    <a16:creationId xmlns:a16="http://schemas.microsoft.com/office/drawing/2014/main" id="{7951A8FF-CC93-43EB-5304-3AF32D0613CF}"/>
                  </a:ext>
                </a:extLst>
              </p:cNvPr>
              <p:cNvPicPr>
                <a:picLocks noChangeAspect="1"/>
              </p:cNvPicPr>
              <p:nvPr/>
            </p:nvPicPr>
            <p:blipFill>
              <a:blip>
                <a:extLst>
                  <a:ext uri="{96DAC541-7B7A-43D3-8B79-37D633B846F1}">
                    <asvg:svgBlip xmlns:asvg="http://schemas.microsoft.com/office/drawing/2016/SVG/main" r:embed="rId2"/>
                  </a:ext>
                </a:extLst>
              </a:blip>
              <a:stretch>
                <a:fillRect/>
              </a:stretch>
            </p:blipFill>
            <p:spPr>
              <a:xfrm>
                <a:off x="8257194" y="357263"/>
                <a:ext cx="1720121" cy="1720121"/>
              </a:xfrm>
              <a:prstGeom prst="rect">
                <a:avLst/>
              </a:prstGeom>
            </p:spPr>
          </p:pic>
          <p:pic>
            <p:nvPicPr>
              <p:cNvPr id="11" name="Graphic 10" descr="Male profile with solid fill">
                <a:extLst>
                  <a:ext uri="{FF2B5EF4-FFF2-40B4-BE49-F238E27FC236}">
                    <a16:creationId xmlns:a16="http://schemas.microsoft.com/office/drawing/2014/main" id="{3A994739-FCBB-40AD-E0DA-8D8445E17F0C}"/>
                  </a:ext>
                </a:extLst>
              </p:cNvPr>
              <p:cNvPicPr>
                <a:picLocks noChangeAspect="1"/>
              </p:cNvPicPr>
              <p:nvPr/>
            </p:nvPicPr>
            <p:blipFill>
              <a:blip>
                <a:extLst>
                  <a:ext uri="{96DAC541-7B7A-43D3-8B79-37D633B846F1}">
                    <asvg:svgBlip xmlns:asvg="http://schemas.microsoft.com/office/drawing/2016/SVG/main" r:embed="rId3"/>
                  </a:ext>
                </a:extLst>
              </a:blip>
              <a:stretch>
                <a:fillRect/>
              </a:stretch>
            </p:blipFill>
            <p:spPr>
              <a:xfrm>
                <a:off x="2347689" y="357265"/>
                <a:ext cx="1720121" cy="1720121"/>
              </a:xfrm>
              <a:prstGeom prst="rect">
                <a:avLst/>
              </a:prstGeom>
            </p:spPr>
          </p:pic>
          <p:pic>
            <p:nvPicPr>
              <p:cNvPr id="12" name="Graphic 11" descr="Male profile with solid fill">
                <a:extLst>
                  <a:ext uri="{FF2B5EF4-FFF2-40B4-BE49-F238E27FC236}">
                    <a16:creationId xmlns:a16="http://schemas.microsoft.com/office/drawing/2014/main" id="{80836DA8-055A-850F-E6A5-A03406FA7A9B}"/>
                  </a:ext>
                </a:extLst>
              </p:cNvPr>
              <p:cNvPicPr>
                <a:picLocks noChangeAspect="1"/>
              </p:cNvPicPr>
              <p:nvPr/>
            </p:nvPicPr>
            <p:blipFill>
              <a:blip>
                <a:extLst>
                  <a:ext uri="{96DAC541-7B7A-43D3-8B79-37D633B846F1}">
                    <asvg:svgBlip xmlns:asvg="http://schemas.microsoft.com/office/drawing/2016/SVG/main" r:embed="rId2"/>
                  </a:ext>
                </a:extLst>
              </a:blip>
              <a:stretch>
                <a:fillRect/>
              </a:stretch>
            </p:blipFill>
            <p:spPr>
              <a:xfrm>
                <a:off x="3531152" y="357264"/>
                <a:ext cx="1720121" cy="1720121"/>
              </a:xfrm>
              <a:prstGeom prst="rect">
                <a:avLst/>
              </a:prstGeom>
            </p:spPr>
          </p:pic>
          <p:pic>
            <p:nvPicPr>
              <p:cNvPr id="13" name="Graphic 12" descr="Male profile with solid fill">
                <a:extLst>
                  <a:ext uri="{FF2B5EF4-FFF2-40B4-BE49-F238E27FC236}">
                    <a16:creationId xmlns:a16="http://schemas.microsoft.com/office/drawing/2014/main" id="{E9634E77-FB4C-B6B2-EB46-2D1823753915}"/>
                  </a:ext>
                </a:extLst>
              </p:cNvPr>
              <p:cNvPicPr>
                <a:picLocks noChangeAspect="1"/>
              </p:cNvPicPr>
              <p:nvPr/>
            </p:nvPicPr>
            <p:blipFill>
              <a:blip>
                <a:extLst>
                  <a:ext uri="{96DAC541-7B7A-43D3-8B79-37D633B846F1}">
                    <asvg:svgBlip xmlns:asvg="http://schemas.microsoft.com/office/drawing/2016/SVG/main" r:embed="rId2"/>
                  </a:ext>
                </a:extLst>
              </a:blip>
              <a:stretch>
                <a:fillRect/>
              </a:stretch>
            </p:blipFill>
            <p:spPr>
              <a:xfrm>
                <a:off x="9440657" y="357262"/>
                <a:ext cx="1720121" cy="1720121"/>
              </a:xfrm>
              <a:prstGeom prst="rect">
                <a:avLst/>
              </a:prstGeom>
            </p:spPr>
          </p:pic>
          <p:pic>
            <p:nvPicPr>
              <p:cNvPr id="14" name="Graphic 13" descr="Male profile with solid fill">
                <a:extLst>
                  <a:ext uri="{FF2B5EF4-FFF2-40B4-BE49-F238E27FC236}">
                    <a16:creationId xmlns:a16="http://schemas.microsoft.com/office/drawing/2014/main" id="{9EA1AE3A-63CE-6483-F7EB-EDAD62CCB6F6}"/>
                  </a:ext>
                </a:extLst>
              </p:cNvPr>
              <p:cNvPicPr>
                <a:picLocks noChangeAspect="1"/>
              </p:cNvPicPr>
              <p:nvPr/>
            </p:nvPicPr>
            <p:blipFill>
              <a:blip>
                <a:extLst>
                  <a:ext uri="{96DAC541-7B7A-43D3-8B79-37D633B846F1}">
                    <asvg:svgBlip xmlns:asvg="http://schemas.microsoft.com/office/drawing/2016/SVG/main" r:embed="rId2"/>
                  </a:ext>
                </a:extLst>
              </a:blip>
              <a:stretch>
                <a:fillRect/>
              </a:stretch>
            </p:blipFill>
            <p:spPr>
              <a:xfrm>
                <a:off x="10624120" y="357261"/>
                <a:ext cx="1720121" cy="1720121"/>
              </a:xfrm>
              <a:prstGeom prst="rect">
                <a:avLst/>
              </a:prstGeom>
            </p:spPr>
          </p:pic>
          <p:pic>
            <p:nvPicPr>
              <p:cNvPr id="15" name="Graphic 14" descr="Male profile with solid fill">
                <a:extLst>
                  <a:ext uri="{FF2B5EF4-FFF2-40B4-BE49-F238E27FC236}">
                    <a16:creationId xmlns:a16="http://schemas.microsoft.com/office/drawing/2014/main" id="{3C62DD8D-AE9A-E82A-390B-D2929C4B6CA7}"/>
                  </a:ext>
                </a:extLst>
              </p:cNvPr>
              <p:cNvPicPr>
                <a:picLocks noChangeAspect="1"/>
              </p:cNvPicPr>
              <p:nvPr/>
            </p:nvPicPr>
            <p:blipFill>
              <a:blip>
                <a:extLst>
                  <a:ext uri="{96DAC541-7B7A-43D3-8B79-37D633B846F1}">
                    <asvg:svgBlip xmlns:asvg="http://schemas.microsoft.com/office/drawing/2016/SVG/main" r:embed="rId2"/>
                  </a:ext>
                </a:extLst>
              </a:blip>
              <a:stretch>
                <a:fillRect/>
              </a:stretch>
            </p:blipFill>
            <p:spPr>
              <a:xfrm>
                <a:off x="-27055" y="357262"/>
                <a:ext cx="1720121" cy="1720121"/>
              </a:xfrm>
              <a:prstGeom prst="rect">
                <a:avLst/>
              </a:prstGeom>
            </p:spPr>
          </p:pic>
          <p:pic>
            <p:nvPicPr>
              <p:cNvPr id="16" name="Graphic 15" descr="Male profile with solid fill">
                <a:extLst>
                  <a:ext uri="{FF2B5EF4-FFF2-40B4-BE49-F238E27FC236}">
                    <a16:creationId xmlns:a16="http://schemas.microsoft.com/office/drawing/2014/main" id="{69F52F2C-AC65-4866-7C80-F7CE86910F84}"/>
                  </a:ext>
                </a:extLst>
              </p:cNvPr>
              <p:cNvPicPr>
                <a:picLocks noChangeAspect="1"/>
              </p:cNvPicPr>
              <p:nvPr/>
            </p:nvPicPr>
            <p:blipFill>
              <a:blip>
                <a:extLst>
                  <a:ext uri="{96DAC541-7B7A-43D3-8B79-37D633B846F1}">
                    <asvg:svgBlip xmlns:asvg="http://schemas.microsoft.com/office/drawing/2016/SVG/main" r:embed="rId4"/>
                  </a:ext>
                </a:extLst>
              </a:blip>
              <a:stretch>
                <a:fillRect/>
              </a:stretch>
            </p:blipFill>
            <p:spPr>
              <a:xfrm>
                <a:off x="1156408" y="357261"/>
                <a:ext cx="1720121" cy="1720121"/>
              </a:xfrm>
              <a:prstGeom prst="rect">
                <a:avLst/>
              </a:prstGeom>
            </p:spPr>
          </p:pic>
          <p:sp>
            <p:nvSpPr>
              <p:cNvPr id="59" name="TextBox 58">
                <a:extLst>
                  <a:ext uri="{FF2B5EF4-FFF2-40B4-BE49-F238E27FC236}">
                    <a16:creationId xmlns:a16="http://schemas.microsoft.com/office/drawing/2014/main" id="{5567FFA7-8BB9-A2C4-BA98-DF90BF80B9C2}"/>
                  </a:ext>
                </a:extLst>
              </p:cNvPr>
              <p:cNvSpPr txBox="1"/>
              <p:nvPr/>
            </p:nvSpPr>
            <p:spPr>
              <a:xfrm>
                <a:off x="266700" y="1866900"/>
                <a:ext cx="1130300" cy="261610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 algn="ctr"/>
                <a:r>
                  <a:rPr lang="en-NO" sz="1100" dirty="0">
                    <a:solidFill>
                      <a:schemeClr val="bg2">
                        <a:lumMod val="50000"/>
                      </a:schemeClr>
                    </a:solidFill>
                  </a:rPr>
                  <a:t>1</a:t>
                </a:r>
              </a:p>
            </p:txBody>
          </p:sp>
          <p:sp>
            <p:nvSpPr>
              <p:cNvPr id="60" name="TextBox 59">
                <a:extLst>
                  <a:ext uri="{FF2B5EF4-FFF2-40B4-BE49-F238E27FC236}">
                    <a16:creationId xmlns:a16="http://schemas.microsoft.com/office/drawing/2014/main" id="{AF764522-0BA2-11FC-0164-EADC454D31C1}"/>
                  </a:ext>
                </a:extLst>
              </p:cNvPr>
              <p:cNvSpPr txBox="1"/>
              <p:nvPr/>
            </p:nvSpPr>
            <p:spPr>
              <a:xfrm>
                <a:off x="1455228" y="1866900"/>
                <a:ext cx="1130300" cy="261610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 algn="ctr"/>
                <a:r>
                  <a:rPr lang="en-NO" sz="1100" dirty="0">
                    <a:solidFill>
                      <a:schemeClr val="bg2">
                        <a:lumMod val="50000"/>
                      </a:schemeClr>
                    </a:solidFill>
                  </a:rPr>
                  <a:t>2</a:t>
                </a:r>
              </a:p>
            </p:txBody>
          </p:sp>
          <p:sp>
            <p:nvSpPr>
              <p:cNvPr id="61" name="TextBox 60">
                <a:extLst>
                  <a:ext uri="{FF2B5EF4-FFF2-40B4-BE49-F238E27FC236}">
                    <a16:creationId xmlns:a16="http://schemas.microsoft.com/office/drawing/2014/main" id="{B5D3DD72-0B11-4E68-C248-803B9AA04C92}"/>
                  </a:ext>
                </a:extLst>
              </p:cNvPr>
              <p:cNvSpPr txBox="1"/>
              <p:nvPr/>
            </p:nvSpPr>
            <p:spPr>
              <a:xfrm>
                <a:off x="2642599" y="1871047"/>
                <a:ext cx="1130300" cy="261610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 algn="ctr"/>
                <a:r>
                  <a:rPr lang="en-NO" sz="1100" dirty="0">
                    <a:solidFill>
                      <a:schemeClr val="bg2">
                        <a:lumMod val="50000"/>
                      </a:schemeClr>
                    </a:solidFill>
                  </a:rPr>
                  <a:t>3</a:t>
                </a:r>
              </a:p>
            </p:txBody>
          </p:sp>
          <p:sp>
            <p:nvSpPr>
              <p:cNvPr id="62" name="TextBox 61">
                <a:extLst>
                  <a:ext uri="{FF2B5EF4-FFF2-40B4-BE49-F238E27FC236}">
                    <a16:creationId xmlns:a16="http://schemas.microsoft.com/office/drawing/2014/main" id="{DF3006E5-4A31-3B27-0CAA-C808C6AE8365}"/>
                  </a:ext>
                </a:extLst>
              </p:cNvPr>
              <p:cNvSpPr txBox="1"/>
              <p:nvPr/>
            </p:nvSpPr>
            <p:spPr>
              <a:xfrm>
                <a:off x="3826063" y="1866900"/>
                <a:ext cx="1130300" cy="261610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 algn="ctr"/>
                <a:r>
                  <a:rPr lang="en-NO" sz="1100" dirty="0">
                    <a:solidFill>
                      <a:schemeClr val="bg2">
                        <a:lumMod val="50000"/>
                      </a:schemeClr>
                    </a:solidFill>
                  </a:rPr>
                  <a:t>4</a:t>
                </a:r>
              </a:p>
            </p:txBody>
          </p:sp>
          <p:sp>
            <p:nvSpPr>
              <p:cNvPr id="63" name="TextBox 62">
                <a:extLst>
                  <a:ext uri="{FF2B5EF4-FFF2-40B4-BE49-F238E27FC236}">
                    <a16:creationId xmlns:a16="http://schemas.microsoft.com/office/drawing/2014/main" id="{2DACCA42-D29E-882C-873E-C1EB2BE77F12}"/>
                  </a:ext>
                </a:extLst>
              </p:cNvPr>
              <p:cNvSpPr txBox="1"/>
              <p:nvPr/>
            </p:nvSpPr>
            <p:spPr>
              <a:xfrm>
                <a:off x="5001712" y="1866900"/>
                <a:ext cx="1130300" cy="261610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 algn="ctr"/>
                <a:r>
                  <a:rPr lang="en-NO" sz="1100" dirty="0">
                    <a:solidFill>
                      <a:schemeClr val="bg2">
                        <a:lumMod val="50000"/>
                      </a:schemeClr>
                    </a:solidFill>
                  </a:rPr>
                  <a:t>5</a:t>
                </a:r>
              </a:p>
            </p:txBody>
          </p:sp>
          <p:sp>
            <p:nvSpPr>
              <p:cNvPr id="64" name="TextBox 63">
                <a:extLst>
                  <a:ext uri="{FF2B5EF4-FFF2-40B4-BE49-F238E27FC236}">
                    <a16:creationId xmlns:a16="http://schemas.microsoft.com/office/drawing/2014/main" id="{2464A19A-E7C9-3B10-F406-BD9A913DBA75}"/>
                  </a:ext>
                </a:extLst>
              </p:cNvPr>
              <p:cNvSpPr txBox="1"/>
              <p:nvPr/>
            </p:nvSpPr>
            <p:spPr>
              <a:xfrm>
                <a:off x="6185175" y="1866900"/>
                <a:ext cx="1130300" cy="261610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 algn="ctr"/>
                <a:r>
                  <a:rPr lang="en-NO" sz="1100" dirty="0">
                    <a:solidFill>
                      <a:schemeClr val="bg2">
                        <a:lumMod val="50000"/>
                      </a:schemeClr>
                    </a:solidFill>
                  </a:rPr>
                  <a:t>6</a:t>
                </a:r>
              </a:p>
            </p:txBody>
          </p:sp>
          <p:sp>
            <p:nvSpPr>
              <p:cNvPr id="65" name="TextBox 64">
                <a:extLst>
                  <a:ext uri="{FF2B5EF4-FFF2-40B4-BE49-F238E27FC236}">
                    <a16:creationId xmlns:a16="http://schemas.microsoft.com/office/drawing/2014/main" id="{B935C6BC-0423-CF6C-DD4E-4629BEFE27E9}"/>
                  </a:ext>
                </a:extLst>
              </p:cNvPr>
              <p:cNvSpPr txBox="1"/>
              <p:nvPr/>
            </p:nvSpPr>
            <p:spPr>
              <a:xfrm>
                <a:off x="7368641" y="1866900"/>
                <a:ext cx="1130300" cy="261610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 algn="ctr"/>
                <a:r>
                  <a:rPr lang="en-NO" sz="1100" dirty="0">
                    <a:solidFill>
                      <a:schemeClr val="bg2">
                        <a:lumMod val="50000"/>
                      </a:schemeClr>
                    </a:solidFill>
                  </a:rPr>
                  <a:t>7</a:t>
                </a:r>
              </a:p>
            </p:txBody>
          </p:sp>
          <p:sp>
            <p:nvSpPr>
              <p:cNvPr id="66" name="TextBox 65">
                <a:extLst>
                  <a:ext uri="{FF2B5EF4-FFF2-40B4-BE49-F238E27FC236}">
                    <a16:creationId xmlns:a16="http://schemas.microsoft.com/office/drawing/2014/main" id="{EF16828B-8EEB-93D3-D3F3-2C01949A67CF}"/>
                  </a:ext>
                </a:extLst>
              </p:cNvPr>
              <p:cNvSpPr txBox="1"/>
              <p:nvPr/>
            </p:nvSpPr>
            <p:spPr>
              <a:xfrm>
                <a:off x="8552103" y="1866900"/>
                <a:ext cx="1130300" cy="261610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 algn="ctr"/>
                <a:r>
                  <a:rPr lang="en-NO" sz="1100" dirty="0">
                    <a:solidFill>
                      <a:schemeClr val="bg2">
                        <a:lumMod val="50000"/>
                      </a:schemeClr>
                    </a:solidFill>
                  </a:rPr>
                  <a:t>8</a:t>
                </a:r>
              </a:p>
            </p:txBody>
          </p:sp>
          <p:sp>
            <p:nvSpPr>
              <p:cNvPr id="67" name="TextBox 66">
                <a:extLst>
                  <a:ext uri="{FF2B5EF4-FFF2-40B4-BE49-F238E27FC236}">
                    <a16:creationId xmlns:a16="http://schemas.microsoft.com/office/drawing/2014/main" id="{C9BDFA0C-D2F2-4E0B-9A30-42EB74BA09CB}"/>
                  </a:ext>
                </a:extLst>
              </p:cNvPr>
              <p:cNvSpPr txBox="1"/>
              <p:nvPr/>
            </p:nvSpPr>
            <p:spPr>
              <a:xfrm>
                <a:off x="9735567" y="1866900"/>
                <a:ext cx="1130300" cy="261610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 algn="ctr"/>
                <a:r>
                  <a:rPr lang="en-NO" sz="1100" dirty="0">
                    <a:solidFill>
                      <a:schemeClr val="bg2">
                        <a:lumMod val="50000"/>
                      </a:schemeClr>
                    </a:solidFill>
                  </a:rPr>
                  <a:t>9</a:t>
                </a:r>
              </a:p>
            </p:txBody>
          </p:sp>
          <p:sp>
            <p:nvSpPr>
              <p:cNvPr id="68" name="TextBox 67">
                <a:extLst>
                  <a:ext uri="{FF2B5EF4-FFF2-40B4-BE49-F238E27FC236}">
                    <a16:creationId xmlns:a16="http://schemas.microsoft.com/office/drawing/2014/main" id="{14514FB1-A00D-EC80-29D4-37E545C10689}"/>
                  </a:ext>
                </a:extLst>
              </p:cNvPr>
              <p:cNvSpPr txBox="1"/>
              <p:nvPr/>
            </p:nvSpPr>
            <p:spPr>
              <a:xfrm>
                <a:off x="10919031" y="1866900"/>
                <a:ext cx="1130300" cy="261610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 algn="ctr"/>
                <a:r>
                  <a:rPr lang="en-NO" sz="1100" dirty="0">
                    <a:solidFill>
                      <a:schemeClr val="bg2">
                        <a:lumMod val="50000"/>
                      </a:schemeClr>
                    </a:solidFill>
                  </a:rPr>
                  <a:t>10</a:t>
                </a:r>
              </a:p>
            </p:txBody>
          </p:sp>
        </p:grpSp>
      </p:grpSp>
      <p:grpSp>
        <p:nvGrpSpPr>
          <p:cNvPr id="95" name="Group 94">
            <a:extLst>
              <a:ext uri="{FF2B5EF4-FFF2-40B4-BE49-F238E27FC236}">
                <a16:creationId xmlns:a16="http://schemas.microsoft.com/office/drawing/2014/main" id="{55A7312C-6EFB-27C5-118E-6B40F5B8A4A0}"/>
              </a:ext>
            </a:extLst>
          </p:cNvPr>
          <p:cNvGrpSpPr/>
          <p:nvPr/>
        </p:nvGrpSpPr>
        <p:grpSpPr>
          <a:xfrm>
            <a:off x="-43336" y="357256"/>
            <a:ext cx="12404407" cy="1830666"/>
            <a:chOff x="-43336" y="357256"/>
            <a:chExt cx="12404407" cy="1830666"/>
          </a:xfrm>
        </p:grpSpPr>
        <p:sp>
          <p:nvSpPr>
            <p:cNvPr id="94" name="Rounded Rectangle 93">
              <a:extLst>
                <a:ext uri="{FF2B5EF4-FFF2-40B4-BE49-F238E27FC236}">
                  <a16:creationId xmlns:a16="http://schemas.microsoft.com/office/drawing/2014/main" id="{B51C6D35-25ED-D6E4-3BE7-E8391035B21C}"/>
                </a:ext>
              </a:extLst>
            </p:cNvPr>
            <p:cNvSpPr/>
            <p:nvPr/>
          </p:nvSpPr>
          <p:spPr>
            <a:xfrm>
              <a:off x="1426261" y="357256"/>
              <a:ext cx="2340000" cy="1830666"/>
            </a:xfrm>
            <a:prstGeom prst="roundRect">
              <a:avLst>
                <a:gd name="adj" fmla="val 11754"/>
              </a:avLst>
            </a:prstGeom>
            <a:solidFill>
              <a:schemeClr val="accent4">
                <a:lumMod val="20000"/>
                <a:lumOff val="80000"/>
                <a:alpha val="60000"/>
              </a:schemeClr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NO"/>
            </a:p>
          </p:txBody>
        </p:sp>
        <p:grpSp>
          <p:nvGrpSpPr>
            <p:cNvPr id="17" name="Group 16">
              <a:extLst>
                <a:ext uri="{FF2B5EF4-FFF2-40B4-BE49-F238E27FC236}">
                  <a16:creationId xmlns:a16="http://schemas.microsoft.com/office/drawing/2014/main" id="{C3B24579-A34D-7919-561C-1A804F44AB40}"/>
                </a:ext>
              </a:extLst>
            </p:cNvPr>
            <p:cNvGrpSpPr/>
            <p:nvPr/>
          </p:nvGrpSpPr>
          <p:grpSpPr>
            <a:xfrm>
              <a:off x="-43336" y="357256"/>
              <a:ext cx="12404407" cy="1775401"/>
              <a:chOff x="-43336" y="357256"/>
              <a:chExt cx="12404407" cy="1775401"/>
            </a:xfrm>
          </p:grpSpPr>
          <p:pic>
            <p:nvPicPr>
              <p:cNvPr id="18" name="Graphic 17" descr="Female Profile with solid fill">
                <a:extLst>
                  <a:ext uri="{FF2B5EF4-FFF2-40B4-BE49-F238E27FC236}">
                    <a16:creationId xmlns:a16="http://schemas.microsoft.com/office/drawing/2014/main" id="{CB56A1A7-E979-2DE9-ECC6-12E4B37AB9AB}"/>
                  </a:ext>
                </a:extLst>
              </p:cNvPr>
              <p:cNvPicPr>
                <a:picLocks noChangeAspect="1"/>
              </p:cNvPicPr>
              <p:nvPr/>
            </p:nvPicPr>
            <p:blipFill>
              <a:blip>
                <a:extLst>
                  <a:ext uri="{96DAC541-7B7A-43D3-8B79-37D633B846F1}">
                    <asvg:svgBlip xmlns:asvg="http://schemas.microsoft.com/office/drawing/2016/SVG/main" r:embed="rId5"/>
                  </a:ext>
                </a:extLst>
              </a:blip>
              <a:stretch>
                <a:fillRect/>
              </a:stretch>
            </p:blipFill>
            <p:spPr>
              <a:xfrm>
                <a:off x="3515357" y="357260"/>
                <a:ext cx="1720121" cy="1720121"/>
              </a:xfrm>
              <a:prstGeom prst="rect">
                <a:avLst/>
              </a:prstGeom>
            </p:spPr>
          </p:pic>
          <p:grpSp>
            <p:nvGrpSpPr>
              <p:cNvPr id="19" name="Group 18">
                <a:extLst>
                  <a:ext uri="{FF2B5EF4-FFF2-40B4-BE49-F238E27FC236}">
                    <a16:creationId xmlns:a16="http://schemas.microsoft.com/office/drawing/2014/main" id="{150EF7A6-A7CB-A2E6-822C-19F58FC18339}"/>
                  </a:ext>
                </a:extLst>
              </p:cNvPr>
              <p:cNvGrpSpPr/>
              <p:nvPr/>
            </p:nvGrpSpPr>
            <p:grpSpPr>
              <a:xfrm>
                <a:off x="266700" y="1866900"/>
                <a:ext cx="11782631" cy="265757"/>
                <a:chOff x="266700" y="1866900"/>
                <a:chExt cx="11782631" cy="265757"/>
              </a:xfrm>
            </p:grpSpPr>
            <p:sp>
              <p:nvSpPr>
                <p:cNvPr id="29" name="TextBox 28">
                  <a:extLst>
                    <a:ext uri="{FF2B5EF4-FFF2-40B4-BE49-F238E27FC236}">
                      <a16:creationId xmlns:a16="http://schemas.microsoft.com/office/drawing/2014/main" id="{43E24300-F72E-883C-417F-0637C6F887B1}"/>
                    </a:ext>
                  </a:extLst>
                </p:cNvPr>
                <p:cNvSpPr txBox="1"/>
                <p:nvPr/>
              </p:nvSpPr>
              <p:spPr>
                <a:xfrm>
                  <a:off x="266700" y="1866900"/>
                  <a:ext cx="1130300" cy="261610"/>
                </a:xfrm>
                <a:prstGeom prst="rect">
                  <a:avLst/>
                </a:prstGeom>
                <a:noFill/>
              </p:spPr>
              <p:txBody>
                <a:bodyPr wrap="square" rtlCol="0">
                  <a:spAutoFit/>
                </a:bodyPr>
                <a:lstStyle/>
                <a:p>
                  <a:pPr algn="ctr"/>
                  <a:r>
                    <a:rPr lang="en-NO" sz="1100" dirty="0">
                      <a:solidFill>
                        <a:schemeClr val="bg2">
                          <a:lumMod val="50000"/>
                        </a:schemeClr>
                      </a:solidFill>
                    </a:rPr>
                    <a:t>1</a:t>
                  </a:r>
                </a:p>
              </p:txBody>
            </p:sp>
            <p:sp>
              <p:nvSpPr>
                <p:cNvPr id="30" name="TextBox 29">
                  <a:extLst>
                    <a:ext uri="{FF2B5EF4-FFF2-40B4-BE49-F238E27FC236}">
                      <a16:creationId xmlns:a16="http://schemas.microsoft.com/office/drawing/2014/main" id="{96837617-92D7-ED66-002E-F9ACD1FF6045}"/>
                    </a:ext>
                  </a:extLst>
                </p:cNvPr>
                <p:cNvSpPr txBox="1"/>
                <p:nvPr/>
              </p:nvSpPr>
              <p:spPr>
                <a:xfrm>
                  <a:off x="1455228" y="1866900"/>
                  <a:ext cx="1130300" cy="261610"/>
                </a:xfrm>
                <a:prstGeom prst="rect">
                  <a:avLst/>
                </a:prstGeom>
                <a:noFill/>
              </p:spPr>
              <p:txBody>
                <a:bodyPr wrap="square" rtlCol="0">
                  <a:spAutoFit/>
                </a:bodyPr>
                <a:lstStyle/>
                <a:p>
                  <a:pPr algn="ctr"/>
                  <a:r>
                    <a:rPr lang="en-NO" sz="1100" dirty="0">
                      <a:solidFill>
                        <a:schemeClr val="bg2">
                          <a:lumMod val="50000"/>
                        </a:schemeClr>
                      </a:solidFill>
                    </a:rPr>
                    <a:t>2</a:t>
                  </a:r>
                </a:p>
              </p:txBody>
            </p:sp>
            <p:sp>
              <p:nvSpPr>
                <p:cNvPr id="31" name="TextBox 30">
                  <a:extLst>
                    <a:ext uri="{FF2B5EF4-FFF2-40B4-BE49-F238E27FC236}">
                      <a16:creationId xmlns:a16="http://schemas.microsoft.com/office/drawing/2014/main" id="{F7E5D3A7-91FB-63F5-6372-B81C76CFE51C}"/>
                    </a:ext>
                  </a:extLst>
                </p:cNvPr>
                <p:cNvSpPr txBox="1"/>
                <p:nvPr/>
              </p:nvSpPr>
              <p:spPr>
                <a:xfrm>
                  <a:off x="2642599" y="1871047"/>
                  <a:ext cx="1130300" cy="261610"/>
                </a:xfrm>
                <a:prstGeom prst="rect">
                  <a:avLst/>
                </a:prstGeom>
                <a:noFill/>
              </p:spPr>
              <p:txBody>
                <a:bodyPr wrap="square" rtlCol="0">
                  <a:spAutoFit/>
                </a:bodyPr>
                <a:lstStyle/>
                <a:p>
                  <a:pPr algn="ctr"/>
                  <a:r>
                    <a:rPr lang="en-NO" sz="1100" dirty="0">
                      <a:solidFill>
                        <a:schemeClr val="bg2">
                          <a:lumMod val="50000"/>
                        </a:schemeClr>
                      </a:solidFill>
                    </a:rPr>
                    <a:t>3</a:t>
                  </a:r>
                </a:p>
              </p:txBody>
            </p:sp>
            <p:sp>
              <p:nvSpPr>
                <p:cNvPr id="32" name="TextBox 31">
                  <a:extLst>
                    <a:ext uri="{FF2B5EF4-FFF2-40B4-BE49-F238E27FC236}">
                      <a16:creationId xmlns:a16="http://schemas.microsoft.com/office/drawing/2014/main" id="{CADFDAD1-9416-94E4-3185-93102D009BFF}"/>
                    </a:ext>
                  </a:extLst>
                </p:cNvPr>
                <p:cNvSpPr txBox="1"/>
                <p:nvPr/>
              </p:nvSpPr>
              <p:spPr>
                <a:xfrm>
                  <a:off x="3826063" y="1866900"/>
                  <a:ext cx="1130300" cy="261610"/>
                </a:xfrm>
                <a:prstGeom prst="rect">
                  <a:avLst/>
                </a:prstGeom>
                <a:noFill/>
              </p:spPr>
              <p:txBody>
                <a:bodyPr wrap="square" rtlCol="0">
                  <a:spAutoFit/>
                </a:bodyPr>
                <a:lstStyle/>
                <a:p>
                  <a:pPr algn="ctr"/>
                  <a:r>
                    <a:rPr lang="en-NO" sz="1100" dirty="0">
                      <a:solidFill>
                        <a:schemeClr val="bg2">
                          <a:lumMod val="50000"/>
                        </a:schemeClr>
                      </a:solidFill>
                    </a:rPr>
                    <a:t>4</a:t>
                  </a:r>
                </a:p>
              </p:txBody>
            </p:sp>
            <p:sp>
              <p:nvSpPr>
                <p:cNvPr id="33" name="TextBox 32">
                  <a:extLst>
                    <a:ext uri="{FF2B5EF4-FFF2-40B4-BE49-F238E27FC236}">
                      <a16:creationId xmlns:a16="http://schemas.microsoft.com/office/drawing/2014/main" id="{30BCABB1-D0EF-A3AE-F657-ED96D8A166B0}"/>
                    </a:ext>
                  </a:extLst>
                </p:cNvPr>
                <p:cNvSpPr txBox="1"/>
                <p:nvPr/>
              </p:nvSpPr>
              <p:spPr>
                <a:xfrm>
                  <a:off x="5001712" y="1866900"/>
                  <a:ext cx="1130300" cy="261610"/>
                </a:xfrm>
                <a:prstGeom prst="rect">
                  <a:avLst/>
                </a:prstGeom>
                <a:noFill/>
              </p:spPr>
              <p:txBody>
                <a:bodyPr wrap="square" rtlCol="0">
                  <a:spAutoFit/>
                </a:bodyPr>
                <a:lstStyle/>
                <a:p>
                  <a:pPr algn="ctr"/>
                  <a:r>
                    <a:rPr lang="en-NO" sz="1100" dirty="0">
                      <a:solidFill>
                        <a:schemeClr val="bg2">
                          <a:lumMod val="50000"/>
                        </a:schemeClr>
                      </a:solidFill>
                    </a:rPr>
                    <a:t>5</a:t>
                  </a:r>
                </a:p>
              </p:txBody>
            </p:sp>
            <p:sp>
              <p:nvSpPr>
                <p:cNvPr id="34" name="TextBox 33">
                  <a:extLst>
                    <a:ext uri="{FF2B5EF4-FFF2-40B4-BE49-F238E27FC236}">
                      <a16:creationId xmlns:a16="http://schemas.microsoft.com/office/drawing/2014/main" id="{51238462-9613-2EA8-9498-6E46BDE3647B}"/>
                    </a:ext>
                  </a:extLst>
                </p:cNvPr>
                <p:cNvSpPr txBox="1"/>
                <p:nvPr/>
              </p:nvSpPr>
              <p:spPr>
                <a:xfrm>
                  <a:off x="6185175" y="1866900"/>
                  <a:ext cx="1130300" cy="261610"/>
                </a:xfrm>
                <a:prstGeom prst="rect">
                  <a:avLst/>
                </a:prstGeom>
                <a:noFill/>
              </p:spPr>
              <p:txBody>
                <a:bodyPr wrap="square" rtlCol="0">
                  <a:spAutoFit/>
                </a:bodyPr>
                <a:lstStyle/>
                <a:p>
                  <a:pPr algn="ctr"/>
                  <a:r>
                    <a:rPr lang="en-NO" sz="1100" dirty="0">
                      <a:solidFill>
                        <a:schemeClr val="bg2">
                          <a:lumMod val="50000"/>
                        </a:schemeClr>
                      </a:solidFill>
                    </a:rPr>
                    <a:t>6</a:t>
                  </a:r>
                </a:p>
              </p:txBody>
            </p:sp>
            <p:sp>
              <p:nvSpPr>
                <p:cNvPr id="35" name="TextBox 34">
                  <a:extLst>
                    <a:ext uri="{FF2B5EF4-FFF2-40B4-BE49-F238E27FC236}">
                      <a16:creationId xmlns:a16="http://schemas.microsoft.com/office/drawing/2014/main" id="{3EA368EE-63E2-9150-F2FA-F7C892A01E5F}"/>
                    </a:ext>
                  </a:extLst>
                </p:cNvPr>
                <p:cNvSpPr txBox="1"/>
                <p:nvPr/>
              </p:nvSpPr>
              <p:spPr>
                <a:xfrm>
                  <a:off x="7368641" y="1866900"/>
                  <a:ext cx="1130300" cy="261610"/>
                </a:xfrm>
                <a:prstGeom prst="rect">
                  <a:avLst/>
                </a:prstGeom>
                <a:noFill/>
              </p:spPr>
              <p:txBody>
                <a:bodyPr wrap="square" rtlCol="0">
                  <a:spAutoFit/>
                </a:bodyPr>
                <a:lstStyle/>
                <a:p>
                  <a:pPr algn="ctr"/>
                  <a:r>
                    <a:rPr lang="en-NO" sz="1100" dirty="0">
                      <a:solidFill>
                        <a:schemeClr val="bg2">
                          <a:lumMod val="50000"/>
                        </a:schemeClr>
                      </a:solidFill>
                    </a:rPr>
                    <a:t>7</a:t>
                  </a:r>
                </a:p>
              </p:txBody>
            </p:sp>
            <p:sp>
              <p:nvSpPr>
                <p:cNvPr id="36" name="TextBox 35">
                  <a:extLst>
                    <a:ext uri="{FF2B5EF4-FFF2-40B4-BE49-F238E27FC236}">
                      <a16:creationId xmlns:a16="http://schemas.microsoft.com/office/drawing/2014/main" id="{2CD57032-8221-FCD5-EE9F-5CB8E6C571CE}"/>
                    </a:ext>
                  </a:extLst>
                </p:cNvPr>
                <p:cNvSpPr txBox="1"/>
                <p:nvPr/>
              </p:nvSpPr>
              <p:spPr>
                <a:xfrm>
                  <a:off x="8552103" y="1866900"/>
                  <a:ext cx="1130300" cy="261610"/>
                </a:xfrm>
                <a:prstGeom prst="rect">
                  <a:avLst/>
                </a:prstGeom>
                <a:noFill/>
              </p:spPr>
              <p:txBody>
                <a:bodyPr wrap="square" rtlCol="0">
                  <a:spAutoFit/>
                </a:bodyPr>
                <a:lstStyle/>
                <a:p>
                  <a:pPr algn="ctr"/>
                  <a:r>
                    <a:rPr lang="en-NO" sz="1100" dirty="0">
                      <a:solidFill>
                        <a:schemeClr val="bg2">
                          <a:lumMod val="50000"/>
                        </a:schemeClr>
                      </a:solidFill>
                    </a:rPr>
                    <a:t>8</a:t>
                  </a:r>
                </a:p>
              </p:txBody>
            </p:sp>
            <p:sp>
              <p:nvSpPr>
                <p:cNvPr id="37" name="TextBox 36">
                  <a:extLst>
                    <a:ext uri="{FF2B5EF4-FFF2-40B4-BE49-F238E27FC236}">
                      <a16:creationId xmlns:a16="http://schemas.microsoft.com/office/drawing/2014/main" id="{B3653F19-757D-10A9-513D-2B8EDA52112E}"/>
                    </a:ext>
                  </a:extLst>
                </p:cNvPr>
                <p:cNvSpPr txBox="1"/>
                <p:nvPr/>
              </p:nvSpPr>
              <p:spPr>
                <a:xfrm>
                  <a:off x="9735567" y="1866900"/>
                  <a:ext cx="1130300" cy="261610"/>
                </a:xfrm>
                <a:prstGeom prst="rect">
                  <a:avLst/>
                </a:prstGeom>
                <a:noFill/>
              </p:spPr>
              <p:txBody>
                <a:bodyPr wrap="square" rtlCol="0">
                  <a:spAutoFit/>
                </a:bodyPr>
                <a:lstStyle/>
                <a:p>
                  <a:pPr algn="ctr"/>
                  <a:r>
                    <a:rPr lang="en-NO" sz="1100" dirty="0">
                      <a:solidFill>
                        <a:schemeClr val="bg2">
                          <a:lumMod val="50000"/>
                        </a:schemeClr>
                      </a:solidFill>
                    </a:rPr>
                    <a:t>9</a:t>
                  </a:r>
                </a:p>
              </p:txBody>
            </p:sp>
            <p:sp>
              <p:nvSpPr>
                <p:cNvPr id="69" name="TextBox 68">
                  <a:extLst>
                    <a:ext uri="{FF2B5EF4-FFF2-40B4-BE49-F238E27FC236}">
                      <a16:creationId xmlns:a16="http://schemas.microsoft.com/office/drawing/2014/main" id="{F8D880BA-CB50-7C8B-2881-812EE6560B30}"/>
                    </a:ext>
                  </a:extLst>
                </p:cNvPr>
                <p:cNvSpPr txBox="1"/>
                <p:nvPr/>
              </p:nvSpPr>
              <p:spPr>
                <a:xfrm>
                  <a:off x="10919031" y="1866900"/>
                  <a:ext cx="1130300" cy="261610"/>
                </a:xfrm>
                <a:prstGeom prst="rect">
                  <a:avLst/>
                </a:prstGeom>
                <a:noFill/>
              </p:spPr>
              <p:txBody>
                <a:bodyPr wrap="square" rtlCol="0">
                  <a:spAutoFit/>
                </a:bodyPr>
                <a:lstStyle/>
                <a:p>
                  <a:pPr algn="ctr"/>
                  <a:r>
                    <a:rPr lang="en-NO" sz="1100" dirty="0">
                      <a:solidFill>
                        <a:schemeClr val="bg2">
                          <a:lumMod val="50000"/>
                        </a:schemeClr>
                      </a:solidFill>
                    </a:rPr>
                    <a:t>10</a:t>
                  </a:r>
                </a:p>
              </p:txBody>
            </p:sp>
          </p:grpSp>
          <p:pic>
            <p:nvPicPr>
              <p:cNvPr id="20" name="Graphic 19" descr="Female Profile with solid fill">
                <a:extLst>
                  <a:ext uri="{FF2B5EF4-FFF2-40B4-BE49-F238E27FC236}">
                    <a16:creationId xmlns:a16="http://schemas.microsoft.com/office/drawing/2014/main" id="{CA7F1301-A4C2-B7FF-2BE6-44C921DE8591}"/>
                  </a:ext>
                </a:extLst>
              </p:cNvPr>
              <p:cNvPicPr>
                <a:picLocks noChangeAspect="1"/>
              </p:cNvPicPr>
              <p:nvPr/>
            </p:nvPicPr>
            <p:blipFill>
              <a:blip>
                <a:extLst>
                  <a:ext uri="{96DAC541-7B7A-43D3-8B79-37D633B846F1}">
                    <asvg:svgBlip xmlns:asvg="http://schemas.microsoft.com/office/drawing/2016/SVG/main" r:embed="rId6"/>
                  </a:ext>
                </a:extLst>
              </a:blip>
              <a:stretch>
                <a:fillRect/>
              </a:stretch>
            </p:blipFill>
            <p:spPr>
              <a:xfrm>
                <a:off x="2340007" y="357260"/>
                <a:ext cx="1720121" cy="1720121"/>
              </a:xfrm>
              <a:prstGeom prst="rect">
                <a:avLst/>
              </a:prstGeom>
            </p:spPr>
          </p:pic>
          <p:pic>
            <p:nvPicPr>
              <p:cNvPr id="21" name="Graphic 20" descr="Female Profile with solid fill">
                <a:extLst>
                  <a:ext uri="{FF2B5EF4-FFF2-40B4-BE49-F238E27FC236}">
                    <a16:creationId xmlns:a16="http://schemas.microsoft.com/office/drawing/2014/main" id="{798E2757-EF6E-99C6-C333-0E1C0652AF1A}"/>
                  </a:ext>
                </a:extLst>
              </p:cNvPr>
              <p:cNvPicPr>
                <a:picLocks noChangeAspect="1"/>
              </p:cNvPicPr>
              <p:nvPr/>
            </p:nvPicPr>
            <p:blipFill>
              <a:blip>
                <a:extLst>
                  <a:ext uri="{96DAC541-7B7A-43D3-8B79-37D633B846F1}">
                    <asvg:svgBlip xmlns:asvg="http://schemas.microsoft.com/office/drawing/2016/SVG/main" r:embed="rId7"/>
                  </a:ext>
                </a:extLst>
              </a:blip>
              <a:stretch>
                <a:fillRect/>
              </a:stretch>
            </p:blipFill>
            <p:spPr>
              <a:xfrm>
                <a:off x="1145662" y="357260"/>
                <a:ext cx="1720121" cy="1720121"/>
              </a:xfrm>
              <a:prstGeom prst="rect">
                <a:avLst/>
              </a:prstGeom>
            </p:spPr>
          </p:pic>
          <p:pic>
            <p:nvPicPr>
              <p:cNvPr id="22" name="Graphic 21" descr="Female Profile with solid fill">
                <a:extLst>
                  <a:ext uri="{FF2B5EF4-FFF2-40B4-BE49-F238E27FC236}">
                    <a16:creationId xmlns:a16="http://schemas.microsoft.com/office/drawing/2014/main" id="{D13C5ECC-97EC-626F-4BAC-F483B8D4FB54}"/>
                  </a:ext>
                </a:extLst>
              </p:cNvPr>
              <p:cNvPicPr>
                <a:picLocks noChangeAspect="1"/>
              </p:cNvPicPr>
              <p:nvPr/>
            </p:nvPicPr>
            <p:blipFill>
              <a:blip>
                <a:extLst>
                  <a:ext uri="{96DAC541-7B7A-43D3-8B79-37D633B846F1}">
                    <asvg:svgBlip xmlns:asvg="http://schemas.microsoft.com/office/drawing/2016/SVG/main" r:embed="rId5"/>
                  </a:ext>
                </a:extLst>
              </a:blip>
              <a:stretch>
                <a:fillRect/>
              </a:stretch>
            </p:blipFill>
            <p:spPr>
              <a:xfrm>
                <a:off x="-43336" y="357260"/>
                <a:ext cx="1720121" cy="1720121"/>
              </a:xfrm>
              <a:prstGeom prst="rect">
                <a:avLst/>
              </a:prstGeom>
            </p:spPr>
          </p:pic>
          <p:pic>
            <p:nvPicPr>
              <p:cNvPr id="23" name="Graphic 22" descr="Female Profile with solid fill">
                <a:extLst>
                  <a:ext uri="{FF2B5EF4-FFF2-40B4-BE49-F238E27FC236}">
                    <a16:creationId xmlns:a16="http://schemas.microsoft.com/office/drawing/2014/main" id="{88D8C701-66EE-5D3C-22BE-05FFC602F0DF}"/>
                  </a:ext>
                </a:extLst>
              </p:cNvPr>
              <p:cNvPicPr>
                <a:picLocks noChangeAspect="1"/>
              </p:cNvPicPr>
              <p:nvPr/>
            </p:nvPicPr>
            <p:blipFill>
              <a:blip>
                <a:extLst>
                  <a:ext uri="{96DAC541-7B7A-43D3-8B79-37D633B846F1}">
                    <asvg:svgBlip xmlns:asvg="http://schemas.microsoft.com/office/drawing/2016/SVG/main" r:embed="rId5"/>
                  </a:ext>
                </a:extLst>
              </a:blip>
              <a:stretch>
                <a:fillRect/>
              </a:stretch>
            </p:blipFill>
            <p:spPr>
              <a:xfrm>
                <a:off x="5889968" y="357258"/>
                <a:ext cx="1720121" cy="1720121"/>
              </a:xfrm>
              <a:prstGeom prst="rect">
                <a:avLst/>
              </a:prstGeom>
            </p:spPr>
          </p:pic>
          <p:pic>
            <p:nvPicPr>
              <p:cNvPr id="24" name="Graphic 23" descr="Female Profile with solid fill">
                <a:extLst>
                  <a:ext uri="{FF2B5EF4-FFF2-40B4-BE49-F238E27FC236}">
                    <a16:creationId xmlns:a16="http://schemas.microsoft.com/office/drawing/2014/main" id="{BA5A1329-EFB6-D5B2-196A-F61BAFEFA28B}"/>
                  </a:ext>
                </a:extLst>
              </p:cNvPr>
              <p:cNvPicPr>
                <a:picLocks noChangeAspect="1"/>
              </p:cNvPicPr>
              <p:nvPr/>
            </p:nvPicPr>
            <p:blipFill>
              <a:blip>
                <a:extLst>
                  <a:ext uri="{96DAC541-7B7A-43D3-8B79-37D633B846F1}">
                    <asvg:svgBlip xmlns:asvg="http://schemas.microsoft.com/office/drawing/2016/SVG/main" r:embed="rId5"/>
                  </a:ext>
                </a:extLst>
              </a:blip>
              <a:stretch>
                <a:fillRect/>
              </a:stretch>
            </p:blipFill>
            <p:spPr>
              <a:xfrm>
                <a:off x="4714618" y="357258"/>
                <a:ext cx="1720121" cy="1720121"/>
              </a:xfrm>
              <a:prstGeom prst="rect">
                <a:avLst/>
              </a:prstGeom>
            </p:spPr>
          </p:pic>
          <p:pic>
            <p:nvPicPr>
              <p:cNvPr id="25" name="Graphic 24" descr="Female Profile with solid fill">
                <a:extLst>
                  <a:ext uri="{FF2B5EF4-FFF2-40B4-BE49-F238E27FC236}">
                    <a16:creationId xmlns:a16="http://schemas.microsoft.com/office/drawing/2014/main" id="{827D5307-7541-3530-6B8D-45BD8D50CC6A}"/>
                  </a:ext>
                </a:extLst>
              </p:cNvPr>
              <p:cNvPicPr>
                <a:picLocks noChangeAspect="1"/>
              </p:cNvPicPr>
              <p:nvPr/>
            </p:nvPicPr>
            <p:blipFill>
              <a:blip>
                <a:extLst>
                  <a:ext uri="{96DAC541-7B7A-43D3-8B79-37D633B846F1}">
                    <asvg:svgBlip xmlns:asvg="http://schemas.microsoft.com/office/drawing/2016/SVG/main" r:embed="rId8"/>
                  </a:ext>
                </a:extLst>
              </a:blip>
              <a:stretch>
                <a:fillRect/>
              </a:stretch>
            </p:blipFill>
            <p:spPr>
              <a:xfrm>
                <a:off x="8266339" y="357257"/>
                <a:ext cx="1720121" cy="1720121"/>
              </a:xfrm>
              <a:prstGeom prst="rect">
                <a:avLst/>
              </a:prstGeom>
            </p:spPr>
          </p:pic>
          <p:pic>
            <p:nvPicPr>
              <p:cNvPr id="26" name="Graphic 25" descr="Female Profile with solid fill">
                <a:extLst>
                  <a:ext uri="{FF2B5EF4-FFF2-40B4-BE49-F238E27FC236}">
                    <a16:creationId xmlns:a16="http://schemas.microsoft.com/office/drawing/2014/main" id="{76935346-B1A8-B19B-EA38-A8E4E7F47DC0}"/>
                  </a:ext>
                </a:extLst>
              </p:cNvPr>
              <p:cNvPicPr>
                <a:picLocks noChangeAspect="1"/>
              </p:cNvPicPr>
              <p:nvPr/>
            </p:nvPicPr>
            <p:blipFill>
              <a:blip>
                <a:extLst>
                  <a:ext uri="{96DAC541-7B7A-43D3-8B79-37D633B846F1}">
                    <asvg:svgBlip xmlns:asvg="http://schemas.microsoft.com/office/drawing/2016/SVG/main" r:embed="rId5"/>
                  </a:ext>
                </a:extLst>
              </a:blip>
              <a:stretch>
                <a:fillRect/>
              </a:stretch>
            </p:blipFill>
            <p:spPr>
              <a:xfrm>
                <a:off x="7077341" y="357257"/>
                <a:ext cx="1720121" cy="1720121"/>
              </a:xfrm>
              <a:prstGeom prst="rect">
                <a:avLst/>
              </a:prstGeom>
            </p:spPr>
          </p:pic>
          <p:pic>
            <p:nvPicPr>
              <p:cNvPr id="27" name="Graphic 26" descr="Female Profile with solid fill">
                <a:extLst>
                  <a:ext uri="{FF2B5EF4-FFF2-40B4-BE49-F238E27FC236}">
                    <a16:creationId xmlns:a16="http://schemas.microsoft.com/office/drawing/2014/main" id="{7BA55A56-3122-EC80-0400-B3FB8BDBAE5C}"/>
                  </a:ext>
                </a:extLst>
              </p:cNvPr>
              <p:cNvPicPr>
                <a:picLocks noChangeAspect="1"/>
              </p:cNvPicPr>
              <p:nvPr/>
            </p:nvPicPr>
            <p:blipFill>
              <a:blip>
                <a:extLst>
                  <a:ext uri="{96DAC541-7B7A-43D3-8B79-37D633B846F1}">
                    <asvg:svgBlip xmlns:asvg="http://schemas.microsoft.com/office/drawing/2016/SVG/main" r:embed="rId5"/>
                  </a:ext>
                </a:extLst>
              </a:blip>
              <a:stretch>
                <a:fillRect/>
              </a:stretch>
            </p:blipFill>
            <p:spPr>
              <a:xfrm>
                <a:off x="10640950" y="357256"/>
                <a:ext cx="1720121" cy="1720121"/>
              </a:xfrm>
              <a:prstGeom prst="rect">
                <a:avLst/>
              </a:prstGeom>
            </p:spPr>
          </p:pic>
          <p:pic>
            <p:nvPicPr>
              <p:cNvPr id="28" name="Graphic 27" descr="Female Profile with solid fill">
                <a:extLst>
                  <a:ext uri="{FF2B5EF4-FFF2-40B4-BE49-F238E27FC236}">
                    <a16:creationId xmlns:a16="http://schemas.microsoft.com/office/drawing/2014/main" id="{43549689-97CE-D7BF-ACE1-1CD5BA66F313}"/>
                  </a:ext>
                </a:extLst>
              </p:cNvPr>
              <p:cNvPicPr>
                <a:picLocks noChangeAspect="1"/>
              </p:cNvPicPr>
              <p:nvPr/>
            </p:nvPicPr>
            <p:blipFill>
              <a:blip>
                <a:extLst>
                  <a:ext uri="{96DAC541-7B7A-43D3-8B79-37D633B846F1}">
                    <asvg:svgBlip xmlns:asvg="http://schemas.microsoft.com/office/drawing/2016/SVG/main" r:embed="rId9"/>
                  </a:ext>
                </a:extLst>
              </a:blip>
              <a:stretch>
                <a:fillRect/>
              </a:stretch>
            </p:blipFill>
            <p:spPr>
              <a:xfrm>
                <a:off x="9451952" y="357256"/>
                <a:ext cx="1720121" cy="1720121"/>
              </a:xfrm>
              <a:prstGeom prst="rect">
                <a:avLst/>
              </a:prstGeom>
            </p:spPr>
          </p:pic>
        </p:grpSp>
      </p:grpSp>
      <p:grpSp>
        <p:nvGrpSpPr>
          <p:cNvPr id="70" name="Group 69">
            <a:extLst>
              <a:ext uri="{FF2B5EF4-FFF2-40B4-BE49-F238E27FC236}">
                <a16:creationId xmlns:a16="http://schemas.microsoft.com/office/drawing/2014/main" id="{16EBDEA3-C2CB-F9DF-B26E-C2C7693A8EF1}"/>
              </a:ext>
            </a:extLst>
          </p:cNvPr>
          <p:cNvGrpSpPr/>
          <p:nvPr/>
        </p:nvGrpSpPr>
        <p:grpSpPr>
          <a:xfrm>
            <a:off x="6328" y="4689491"/>
            <a:ext cx="12444979" cy="1830666"/>
            <a:chOff x="25795" y="4422493"/>
            <a:chExt cx="12444979" cy="1830666"/>
          </a:xfrm>
        </p:grpSpPr>
        <p:sp>
          <p:nvSpPr>
            <p:cNvPr id="71" name="Rounded Rectangle 70">
              <a:extLst>
                <a:ext uri="{FF2B5EF4-FFF2-40B4-BE49-F238E27FC236}">
                  <a16:creationId xmlns:a16="http://schemas.microsoft.com/office/drawing/2014/main" id="{E4AC68EB-FA88-AE6A-2A98-9E21A5D66963}"/>
                </a:ext>
              </a:extLst>
            </p:cNvPr>
            <p:cNvSpPr/>
            <p:nvPr/>
          </p:nvSpPr>
          <p:spPr>
            <a:xfrm>
              <a:off x="1484787" y="4422493"/>
              <a:ext cx="2340000" cy="1830666"/>
            </a:xfrm>
            <a:prstGeom prst="roundRect">
              <a:avLst>
                <a:gd name="adj" fmla="val 11754"/>
              </a:avLst>
            </a:prstGeom>
            <a:solidFill>
              <a:schemeClr val="accent4">
                <a:lumMod val="20000"/>
                <a:lumOff val="80000"/>
                <a:alpha val="60000"/>
              </a:schemeClr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NO"/>
            </a:p>
          </p:txBody>
        </p:sp>
        <p:grpSp>
          <p:nvGrpSpPr>
            <p:cNvPr id="72" name="Group 71">
              <a:extLst>
                <a:ext uri="{FF2B5EF4-FFF2-40B4-BE49-F238E27FC236}">
                  <a16:creationId xmlns:a16="http://schemas.microsoft.com/office/drawing/2014/main" id="{4025292E-328C-87FC-B837-16B1AA89CCAA}"/>
                </a:ext>
              </a:extLst>
            </p:cNvPr>
            <p:cNvGrpSpPr/>
            <p:nvPr/>
          </p:nvGrpSpPr>
          <p:grpSpPr>
            <a:xfrm>
              <a:off x="25795" y="4422493"/>
              <a:ext cx="12444979" cy="1780819"/>
              <a:chOff x="-117019" y="4132267"/>
              <a:chExt cx="12444979" cy="1780819"/>
            </a:xfrm>
          </p:grpSpPr>
          <p:grpSp>
            <p:nvGrpSpPr>
              <p:cNvPr id="73" name="Group 72">
                <a:extLst>
                  <a:ext uri="{FF2B5EF4-FFF2-40B4-BE49-F238E27FC236}">
                    <a16:creationId xmlns:a16="http://schemas.microsoft.com/office/drawing/2014/main" id="{73E7F4C9-020D-8A28-EC8D-E2A44A1553D9}"/>
                  </a:ext>
                </a:extLst>
              </p:cNvPr>
              <p:cNvGrpSpPr/>
              <p:nvPr/>
            </p:nvGrpSpPr>
            <p:grpSpPr>
              <a:xfrm>
                <a:off x="204107" y="5647329"/>
                <a:ext cx="11782631" cy="265757"/>
                <a:chOff x="266700" y="1866900"/>
                <a:chExt cx="11782631" cy="265757"/>
              </a:xfrm>
            </p:grpSpPr>
            <p:sp>
              <p:nvSpPr>
                <p:cNvPr id="84" name="TextBox 83">
                  <a:extLst>
                    <a:ext uri="{FF2B5EF4-FFF2-40B4-BE49-F238E27FC236}">
                      <a16:creationId xmlns:a16="http://schemas.microsoft.com/office/drawing/2014/main" id="{9F3FCBB1-7EDD-958F-4D21-175692A9CF9A}"/>
                    </a:ext>
                  </a:extLst>
                </p:cNvPr>
                <p:cNvSpPr txBox="1"/>
                <p:nvPr/>
              </p:nvSpPr>
              <p:spPr>
                <a:xfrm>
                  <a:off x="266700" y="1866900"/>
                  <a:ext cx="1130300" cy="261610"/>
                </a:xfrm>
                <a:prstGeom prst="rect">
                  <a:avLst/>
                </a:prstGeom>
                <a:noFill/>
              </p:spPr>
              <p:txBody>
                <a:bodyPr wrap="square" rtlCol="0">
                  <a:spAutoFit/>
                </a:bodyPr>
                <a:lstStyle/>
                <a:p>
                  <a:pPr algn="ctr"/>
                  <a:r>
                    <a:rPr lang="en-NO" sz="1100" dirty="0">
                      <a:solidFill>
                        <a:schemeClr val="bg2">
                          <a:lumMod val="50000"/>
                        </a:schemeClr>
                      </a:solidFill>
                    </a:rPr>
                    <a:t>1</a:t>
                  </a:r>
                </a:p>
              </p:txBody>
            </p:sp>
            <p:sp>
              <p:nvSpPr>
                <p:cNvPr id="85" name="TextBox 84">
                  <a:extLst>
                    <a:ext uri="{FF2B5EF4-FFF2-40B4-BE49-F238E27FC236}">
                      <a16:creationId xmlns:a16="http://schemas.microsoft.com/office/drawing/2014/main" id="{995B2607-C656-70B5-6759-CA91CB38131F}"/>
                    </a:ext>
                  </a:extLst>
                </p:cNvPr>
                <p:cNvSpPr txBox="1"/>
                <p:nvPr/>
              </p:nvSpPr>
              <p:spPr>
                <a:xfrm>
                  <a:off x="1455228" y="1866900"/>
                  <a:ext cx="1130300" cy="261610"/>
                </a:xfrm>
                <a:prstGeom prst="rect">
                  <a:avLst/>
                </a:prstGeom>
                <a:noFill/>
              </p:spPr>
              <p:txBody>
                <a:bodyPr wrap="square" rtlCol="0">
                  <a:spAutoFit/>
                </a:bodyPr>
                <a:lstStyle/>
                <a:p>
                  <a:pPr algn="ctr"/>
                  <a:r>
                    <a:rPr lang="en-NO" sz="1100" dirty="0">
                      <a:solidFill>
                        <a:schemeClr val="bg2">
                          <a:lumMod val="50000"/>
                        </a:schemeClr>
                      </a:solidFill>
                    </a:rPr>
                    <a:t>2</a:t>
                  </a:r>
                </a:p>
              </p:txBody>
            </p:sp>
            <p:sp>
              <p:nvSpPr>
                <p:cNvPr id="86" name="TextBox 85">
                  <a:extLst>
                    <a:ext uri="{FF2B5EF4-FFF2-40B4-BE49-F238E27FC236}">
                      <a16:creationId xmlns:a16="http://schemas.microsoft.com/office/drawing/2014/main" id="{9C722396-FECB-79F8-8AD9-FCE7B96BE9CB}"/>
                    </a:ext>
                  </a:extLst>
                </p:cNvPr>
                <p:cNvSpPr txBox="1"/>
                <p:nvPr/>
              </p:nvSpPr>
              <p:spPr>
                <a:xfrm>
                  <a:off x="2642599" y="1871047"/>
                  <a:ext cx="1130300" cy="261610"/>
                </a:xfrm>
                <a:prstGeom prst="rect">
                  <a:avLst/>
                </a:prstGeom>
                <a:noFill/>
              </p:spPr>
              <p:txBody>
                <a:bodyPr wrap="square" rtlCol="0">
                  <a:spAutoFit/>
                </a:bodyPr>
                <a:lstStyle/>
                <a:p>
                  <a:pPr algn="ctr"/>
                  <a:r>
                    <a:rPr lang="en-NO" sz="1100" dirty="0">
                      <a:solidFill>
                        <a:schemeClr val="bg2">
                          <a:lumMod val="50000"/>
                        </a:schemeClr>
                      </a:solidFill>
                    </a:rPr>
                    <a:t>3</a:t>
                  </a:r>
                </a:p>
              </p:txBody>
            </p:sp>
            <p:sp>
              <p:nvSpPr>
                <p:cNvPr id="87" name="TextBox 86">
                  <a:extLst>
                    <a:ext uri="{FF2B5EF4-FFF2-40B4-BE49-F238E27FC236}">
                      <a16:creationId xmlns:a16="http://schemas.microsoft.com/office/drawing/2014/main" id="{F3AD260F-A183-B2BA-7D20-CA0DB53B3416}"/>
                    </a:ext>
                  </a:extLst>
                </p:cNvPr>
                <p:cNvSpPr txBox="1"/>
                <p:nvPr/>
              </p:nvSpPr>
              <p:spPr>
                <a:xfrm>
                  <a:off x="3826063" y="1866900"/>
                  <a:ext cx="1130300" cy="261610"/>
                </a:xfrm>
                <a:prstGeom prst="rect">
                  <a:avLst/>
                </a:prstGeom>
                <a:noFill/>
              </p:spPr>
              <p:txBody>
                <a:bodyPr wrap="square" rtlCol="0">
                  <a:spAutoFit/>
                </a:bodyPr>
                <a:lstStyle/>
                <a:p>
                  <a:pPr algn="ctr"/>
                  <a:r>
                    <a:rPr lang="en-NO" sz="1100" dirty="0">
                      <a:solidFill>
                        <a:schemeClr val="bg2">
                          <a:lumMod val="50000"/>
                        </a:schemeClr>
                      </a:solidFill>
                    </a:rPr>
                    <a:t>4</a:t>
                  </a:r>
                </a:p>
              </p:txBody>
            </p:sp>
            <p:sp>
              <p:nvSpPr>
                <p:cNvPr id="88" name="TextBox 87">
                  <a:extLst>
                    <a:ext uri="{FF2B5EF4-FFF2-40B4-BE49-F238E27FC236}">
                      <a16:creationId xmlns:a16="http://schemas.microsoft.com/office/drawing/2014/main" id="{2160055E-47E7-CDC9-EAC8-155474CB60A1}"/>
                    </a:ext>
                  </a:extLst>
                </p:cNvPr>
                <p:cNvSpPr txBox="1"/>
                <p:nvPr/>
              </p:nvSpPr>
              <p:spPr>
                <a:xfrm>
                  <a:off x="5001712" y="1866900"/>
                  <a:ext cx="1130300" cy="261610"/>
                </a:xfrm>
                <a:prstGeom prst="rect">
                  <a:avLst/>
                </a:prstGeom>
                <a:noFill/>
              </p:spPr>
              <p:txBody>
                <a:bodyPr wrap="square" rtlCol="0">
                  <a:spAutoFit/>
                </a:bodyPr>
                <a:lstStyle/>
                <a:p>
                  <a:pPr algn="ctr"/>
                  <a:r>
                    <a:rPr lang="en-NO" sz="1100" dirty="0">
                      <a:solidFill>
                        <a:schemeClr val="bg2">
                          <a:lumMod val="50000"/>
                        </a:schemeClr>
                      </a:solidFill>
                    </a:rPr>
                    <a:t>5</a:t>
                  </a:r>
                </a:p>
              </p:txBody>
            </p:sp>
            <p:sp>
              <p:nvSpPr>
                <p:cNvPr id="89" name="TextBox 88">
                  <a:extLst>
                    <a:ext uri="{FF2B5EF4-FFF2-40B4-BE49-F238E27FC236}">
                      <a16:creationId xmlns:a16="http://schemas.microsoft.com/office/drawing/2014/main" id="{0C97C852-2276-310E-C12D-87092BEA47D5}"/>
                    </a:ext>
                  </a:extLst>
                </p:cNvPr>
                <p:cNvSpPr txBox="1"/>
                <p:nvPr/>
              </p:nvSpPr>
              <p:spPr>
                <a:xfrm>
                  <a:off x="6185175" y="1866900"/>
                  <a:ext cx="1130300" cy="261610"/>
                </a:xfrm>
                <a:prstGeom prst="rect">
                  <a:avLst/>
                </a:prstGeom>
                <a:noFill/>
              </p:spPr>
              <p:txBody>
                <a:bodyPr wrap="square" rtlCol="0">
                  <a:spAutoFit/>
                </a:bodyPr>
                <a:lstStyle/>
                <a:p>
                  <a:pPr algn="ctr"/>
                  <a:r>
                    <a:rPr lang="en-NO" sz="1100" dirty="0">
                      <a:solidFill>
                        <a:schemeClr val="bg2">
                          <a:lumMod val="50000"/>
                        </a:schemeClr>
                      </a:solidFill>
                    </a:rPr>
                    <a:t>6</a:t>
                  </a:r>
                </a:p>
              </p:txBody>
            </p:sp>
            <p:sp>
              <p:nvSpPr>
                <p:cNvPr id="90" name="TextBox 89">
                  <a:extLst>
                    <a:ext uri="{FF2B5EF4-FFF2-40B4-BE49-F238E27FC236}">
                      <a16:creationId xmlns:a16="http://schemas.microsoft.com/office/drawing/2014/main" id="{505207BA-04AD-A9C8-3930-0EC11B72E031}"/>
                    </a:ext>
                  </a:extLst>
                </p:cNvPr>
                <p:cNvSpPr txBox="1"/>
                <p:nvPr/>
              </p:nvSpPr>
              <p:spPr>
                <a:xfrm>
                  <a:off x="7368641" y="1866900"/>
                  <a:ext cx="1130300" cy="261610"/>
                </a:xfrm>
                <a:prstGeom prst="rect">
                  <a:avLst/>
                </a:prstGeom>
                <a:noFill/>
              </p:spPr>
              <p:txBody>
                <a:bodyPr wrap="square" rtlCol="0">
                  <a:spAutoFit/>
                </a:bodyPr>
                <a:lstStyle/>
                <a:p>
                  <a:pPr algn="ctr"/>
                  <a:r>
                    <a:rPr lang="en-NO" sz="1100" dirty="0">
                      <a:solidFill>
                        <a:schemeClr val="bg2">
                          <a:lumMod val="50000"/>
                        </a:schemeClr>
                      </a:solidFill>
                    </a:rPr>
                    <a:t>7</a:t>
                  </a:r>
                </a:p>
              </p:txBody>
            </p:sp>
            <p:sp>
              <p:nvSpPr>
                <p:cNvPr id="91" name="TextBox 90">
                  <a:extLst>
                    <a:ext uri="{FF2B5EF4-FFF2-40B4-BE49-F238E27FC236}">
                      <a16:creationId xmlns:a16="http://schemas.microsoft.com/office/drawing/2014/main" id="{C37FE7EF-B91D-E5AD-BFF0-E18C88A45503}"/>
                    </a:ext>
                  </a:extLst>
                </p:cNvPr>
                <p:cNvSpPr txBox="1"/>
                <p:nvPr/>
              </p:nvSpPr>
              <p:spPr>
                <a:xfrm>
                  <a:off x="8552103" y="1866900"/>
                  <a:ext cx="1130300" cy="261610"/>
                </a:xfrm>
                <a:prstGeom prst="rect">
                  <a:avLst/>
                </a:prstGeom>
                <a:noFill/>
              </p:spPr>
              <p:txBody>
                <a:bodyPr wrap="square" rtlCol="0">
                  <a:spAutoFit/>
                </a:bodyPr>
                <a:lstStyle/>
                <a:p>
                  <a:pPr algn="ctr"/>
                  <a:r>
                    <a:rPr lang="en-NO" sz="1100" dirty="0">
                      <a:solidFill>
                        <a:schemeClr val="bg2">
                          <a:lumMod val="50000"/>
                        </a:schemeClr>
                      </a:solidFill>
                    </a:rPr>
                    <a:t>8</a:t>
                  </a:r>
                </a:p>
              </p:txBody>
            </p:sp>
            <p:sp>
              <p:nvSpPr>
                <p:cNvPr id="92" name="TextBox 91">
                  <a:extLst>
                    <a:ext uri="{FF2B5EF4-FFF2-40B4-BE49-F238E27FC236}">
                      <a16:creationId xmlns:a16="http://schemas.microsoft.com/office/drawing/2014/main" id="{2842E404-F584-6C92-748F-0248F8150858}"/>
                    </a:ext>
                  </a:extLst>
                </p:cNvPr>
                <p:cNvSpPr txBox="1"/>
                <p:nvPr/>
              </p:nvSpPr>
              <p:spPr>
                <a:xfrm>
                  <a:off x="9735567" y="1866900"/>
                  <a:ext cx="1130300" cy="261610"/>
                </a:xfrm>
                <a:prstGeom prst="rect">
                  <a:avLst/>
                </a:prstGeom>
                <a:noFill/>
              </p:spPr>
              <p:txBody>
                <a:bodyPr wrap="square" rtlCol="0">
                  <a:spAutoFit/>
                </a:bodyPr>
                <a:lstStyle/>
                <a:p>
                  <a:pPr algn="ctr"/>
                  <a:r>
                    <a:rPr lang="en-NO" sz="1100" dirty="0">
                      <a:solidFill>
                        <a:schemeClr val="bg2">
                          <a:lumMod val="50000"/>
                        </a:schemeClr>
                      </a:solidFill>
                    </a:rPr>
                    <a:t>9</a:t>
                  </a:r>
                </a:p>
              </p:txBody>
            </p:sp>
            <p:sp>
              <p:nvSpPr>
                <p:cNvPr id="93" name="TextBox 92">
                  <a:extLst>
                    <a:ext uri="{FF2B5EF4-FFF2-40B4-BE49-F238E27FC236}">
                      <a16:creationId xmlns:a16="http://schemas.microsoft.com/office/drawing/2014/main" id="{5E5B198F-4D87-66CE-22F0-897EC8EA99A9}"/>
                    </a:ext>
                  </a:extLst>
                </p:cNvPr>
                <p:cNvSpPr txBox="1"/>
                <p:nvPr/>
              </p:nvSpPr>
              <p:spPr>
                <a:xfrm>
                  <a:off x="10919031" y="1866900"/>
                  <a:ext cx="1130300" cy="261610"/>
                </a:xfrm>
                <a:prstGeom prst="rect">
                  <a:avLst/>
                </a:prstGeom>
                <a:noFill/>
              </p:spPr>
              <p:txBody>
                <a:bodyPr wrap="square" rtlCol="0">
                  <a:spAutoFit/>
                </a:bodyPr>
                <a:lstStyle/>
                <a:p>
                  <a:pPr algn="ctr"/>
                  <a:r>
                    <a:rPr lang="en-NO" sz="1100" dirty="0">
                      <a:solidFill>
                        <a:schemeClr val="bg2">
                          <a:lumMod val="50000"/>
                        </a:schemeClr>
                      </a:solidFill>
                    </a:rPr>
                    <a:t>10</a:t>
                  </a:r>
                </a:p>
              </p:txBody>
            </p:sp>
          </p:grpSp>
          <p:pic>
            <p:nvPicPr>
              <p:cNvPr id="74" name="Graphic 73" descr="User with solid fill">
                <a:extLst>
                  <a:ext uri="{FF2B5EF4-FFF2-40B4-BE49-F238E27FC236}">
                    <a16:creationId xmlns:a16="http://schemas.microsoft.com/office/drawing/2014/main" id="{57E946A7-FA41-AD4A-0081-C868BFF335F8}"/>
                  </a:ext>
                </a:extLst>
              </p:cNvPr>
              <p:cNvPicPr>
                <a:picLocks noChangeAspect="1"/>
              </p:cNvPicPr>
              <p:nvPr/>
            </p:nvPicPr>
            <p:blipFill>
              <a:blip>
                <a:extLst>
                  <a:ext uri="{96DAC541-7B7A-43D3-8B79-37D633B846F1}">
                    <asvg:svgBlip xmlns:asvg="http://schemas.microsoft.com/office/drawing/2016/SVG/main" r:embed="rId10"/>
                  </a:ext>
                </a:extLst>
              </a:blip>
              <a:stretch>
                <a:fillRect/>
              </a:stretch>
            </p:blipFill>
            <p:spPr>
              <a:xfrm>
                <a:off x="4643869" y="4133608"/>
                <a:ext cx="1720800" cy="1720800"/>
              </a:xfrm>
              <a:prstGeom prst="rect">
                <a:avLst/>
              </a:prstGeom>
            </p:spPr>
          </p:pic>
          <p:pic>
            <p:nvPicPr>
              <p:cNvPr id="75" name="Graphic 74" descr="User with solid fill">
                <a:extLst>
                  <a:ext uri="{FF2B5EF4-FFF2-40B4-BE49-F238E27FC236}">
                    <a16:creationId xmlns:a16="http://schemas.microsoft.com/office/drawing/2014/main" id="{673970F4-6E3C-B9DE-9611-347483D5524E}"/>
                  </a:ext>
                </a:extLst>
              </p:cNvPr>
              <p:cNvPicPr>
                <a:picLocks noChangeAspect="1"/>
              </p:cNvPicPr>
              <p:nvPr/>
            </p:nvPicPr>
            <p:blipFill>
              <a:blip>
                <a:extLst>
                  <a:ext uri="{96DAC541-7B7A-43D3-8B79-37D633B846F1}">
                    <asvg:svgBlip xmlns:asvg="http://schemas.microsoft.com/office/drawing/2016/SVG/main" r:embed="rId11"/>
                  </a:ext>
                </a:extLst>
              </a:blip>
              <a:stretch>
                <a:fillRect/>
              </a:stretch>
            </p:blipFill>
            <p:spPr>
              <a:xfrm>
                <a:off x="3446415" y="4133547"/>
                <a:ext cx="1720800" cy="1720800"/>
              </a:xfrm>
              <a:prstGeom prst="rect">
                <a:avLst/>
              </a:prstGeom>
            </p:spPr>
          </p:pic>
          <p:pic>
            <p:nvPicPr>
              <p:cNvPr id="76" name="Graphic 75" descr="User with solid fill">
                <a:extLst>
                  <a:ext uri="{FF2B5EF4-FFF2-40B4-BE49-F238E27FC236}">
                    <a16:creationId xmlns:a16="http://schemas.microsoft.com/office/drawing/2014/main" id="{AAC901D9-C99C-7938-1958-1B40277C9D88}"/>
                  </a:ext>
                </a:extLst>
              </p:cNvPr>
              <p:cNvPicPr>
                <a:picLocks noChangeAspect="1"/>
              </p:cNvPicPr>
              <p:nvPr/>
            </p:nvPicPr>
            <p:blipFill>
              <a:blip>
                <a:extLst>
                  <a:ext uri="{96DAC541-7B7A-43D3-8B79-37D633B846F1}">
                    <asvg:svgBlip xmlns:asvg="http://schemas.microsoft.com/office/drawing/2016/SVG/main" r:embed="rId12"/>
                  </a:ext>
                </a:extLst>
              </a:blip>
              <a:stretch>
                <a:fillRect/>
              </a:stretch>
            </p:blipFill>
            <p:spPr>
              <a:xfrm>
                <a:off x="2266167" y="4132267"/>
                <a:ext cx="1720800" cy="1720800"/>
              </a:xfrm>
              <a:prstGeom prst="rect">
                <a:avLst/>
              </a:prstGeom>
            </p:spPr>
          </p:pic>
          <p:pic>
            <p:nvPicPr>
              <p:cNvPr id="77" name="Graphic 76" descr="User with solid fill">
                <a:extLst>
                  <a:ext uri="{FF2B5EF4-FFF2-40B4-BE49-F238E27FC236}">
                    <a16:creationId xmlns:a16="http://schemas.microsoft.com/office/drawing/2014/main" id="{9873C407-977B-3D0C-7D36-38546F0A370E}"/>
                  </a:ext>
                </a:extLst>
              </p:cNvPr>
              <p:cNvPicPr>
                <a:picLocks noChangeAspect="1"/>
              </p:cNvPicPr>
              <p:nvPr/>
            </p:nvPicPr>
            <p:blipFill>
              <a:blip>
                <a:extLst>
                  <a:ext uri="{96DAC541-7B7A-43D3-8B79-37D633B846F1}">
                    <asvg:svgBlip xmlns:asvg="http://schemas.microsoft.com/office/drawing/2016/SVG/main" r:embed="rId13"/>
                  </a:ext>
                </a:extLst>
              </a:blip>
              <a:stretch>
                <a:fillRect/>
              </a:stretch>
            </p:blipFill>
            <p:spPr>
              <a:xfrm>
                <a:off x="1072795" y="4133608"/>
                <a:ext cx="1720800" cy="1720800"/>
              </a:xfrm>
              <a:prstGeom prst="rect">
                <a:avLst/>
              </a:prstGeom>
            </p:spPr>
          </p:pic>
          <p:pic>
            <p:nvPicPr>
              <p:cNvPr id="78" name="Graphic 77" descr="User with solid fill">
                <a:extLst>
                  <a:ext uri="{FF2B5EF4-FFF2-40B4-BE49-F238E27FC236}">
                    <a16:creationId xmlns:a16="http://schemas.microsoft.com/office/drawing/2014/main" id="{293D3C12-2AB4-8C80-DF81-593E15CDAB40}"/>
                  </a:ext>
                </a:extLst>
              </p:cNvPr>
              <p:cNvPicPr>
                <a:picLocks noChangeAspect="1"/>
              </p:cNvPicPr>
              <p:nvPr/>
            </p:nvPicPr>
            <p:blipFill>
              <a:blip>
                <a:extLst>
                  <a:ext uri="{96DAC541-7B7A-43D3-8B79-37D633B846F1}">
                    <asvg:svgBlip xmlns:asvg="http://schemas.microsoft.com/office/drawing/2016/SVG/main" r:embed="rId11"/>
                  </a:ext>
                </a:extLst>
              </a:blip>
              <a:stretch>
                <a:fillRect/>
              </a:stretch>
            </p:blipFill>
            <p:spPr>
              <a:xfrm>
                <a:off x="-117019" y="4133547"/>
                <a:ext cx="1720800" cy="1720800"/>
              </a:xfrm>
              <a:prstGeom prst="rect">
                <a:avLst/>
              </a:prstGeom>
            </p:spPr>
          </p:pic>
          <p:pic>
            <p:nvPicPr>
              <p:cNvPr id="79" name="Graphic 78" descr="User with solid fill">
                <a:extLst>
                  <a:ext uri="{FF2B5EF4-FFF2-40B4-BE49-F238E27FC236}">
                    <a16:creationId xmlns:a16="http://schemas.microsoft.com/office/drawing/2014/main" id="{66D2D64E-475C-3E12-1BCC-6994EBCAB5A8}"/>
                  </a:ext>
                </a:extLst>
              </p:cNvPr>
              <p:cNvPicPr>
                <a:picLocks noChangeAspect="1"/>
              </p:cNvPicPr>
              <p:nvPr/>
            </p:nvPicPr>
            <p:blipFill>
              <a:blip>
                <a:extLst>
                  <a:ext uri="{96DAC541-7B7A-43D3-8B79-37D633B846F1}">
                    <asvg:svgBlip xmlns:asvg="http://schemas.microsoft.com/office/drawing/2016/SVG/main" r:embed="rId11"/>
                  </a:ext>
                </a:extLst>
              </a:blip>
              <a:stretch>
                <a:fillRect/>
              </a:stretch>
            </p:blipFill>
            <p:spPr>
              <a:xfrm>
                <a:off x="10607160" y="4137690"/>
                <a:ext cx="1720800" cy="1720800"/>
              </a:xfrm>
              <a:prstGeom prst="rect">
                <a:avLst/>
              </a:prstGeom>
            </p:spPr>
          </p:pic>
          <p:pic>
            <p:nvPicPr>
              <p:cNvPr id="80" name="Graphic 79" descr="User with solid fill">
                <a:extLst>
                  <a:ext uri="{FF2B5EF4-FFF2-40B4-BE49-F238E27FC236}">
                    <a16:creationId xmlns:a16="http://schemas.microsoft.com/office/drawing/2014/main" id="{67E740C9-D3DF-A587-EE46-7165217DD1E2}"/>
                  </a:ext>
                </a:extLst>
              </p:cNvPr>
              <p:cNvPicPr>
                <a:picLocks noChangeAspect="1"/>
              </p:cNvPicPr>
              <p:nvPr/>
            </p:nvPicPr>
            <p:blipFill>
              <a:blip>
                <a:extLst>
                  <a:ext uri="{96DAC541-7B7A-43D3-8B79-37D633B846F1}">
                    <asvg:svgBlip xmlns:asvg="http://schemas.microsoft.com/office/drawing/2016/SVG/main" r:embed="rId10"/>
                  </a:ext>
                </a:extLst>
              </a:blip>
              <a:stretch>
                <a:fillRect/>
              </a:stretch>
            </p:blipFill>
            <p:spPr>
              <a:xfrm>
                <a:off x="9409706" y="4133547"/>
                <a:ext cx="1720800" cy="1720800"/>
              </a:xfrm>
              <a:prstGeom prst="rect">
                <a:avLst/>
              </a:prstGeom>
            </p:spPr>
          </p:pic>
          <p:pic>
            <p:nvPicPr>
              <p:cNvPr id="81" name="Graphic 80" descr="User with solid fill">
                <a:extLst>
                  <a:ext uri="{FF2B5EF4-FFF2-40B4-BE49-F238E27FC236}">
                    <a16:creationId xmlns:a16="http://schemas.microsoft.com/office/drawing/2014/main" id="{339FC11C-73C2-6FCF-1411-4D2EF1DADD10}"/>
                  </a:ext>
                </a:extLst>
              </p:cNvPr>
              <p:cNvPicPr>
                <a:picLocks noChangeAspect="1"/>
              </p:cNvPicPr>
              <p:nvPr/>
            </p:nvPicPr>
            <p:blipFill>
              <a:blip>
                <a:extLst>
                  <a:ext uri="{96DAC541-7B7A-43D3-8B79-37D633B846F1}">
                    <asvg:svgBlip xmlns:asvg="http://schemas.microsoft.com/office/drawing/2016/SVG/main" r:embed="rId10"/>
                  </a:ext>
                </a:extLst>
              </a:blip>
              <a:stretch>
                <a:fillRect/>
              </a:stretch>
            </p:blipFill>
            <p:spPr>
              <a:xfrm>
                <a:off x="8233540" y="4137629"/>
                <a:ext cx="1720800" cy="1720800"/>
              </a:xfrm>
              <a:prstGeom prst="rect">
                <a:avLst/>
              </a:prstGeom>
            </p:spPr>
          </p:pic>
          <p:pic>
            <p:nvPicPr>
              <p:cNvPr id="82" name="Graphic 81" descr="User with solid fill">
                <a:extLst>
                  <a:ext uri="{FF2B5EF4-FFF2-40B4-BE49-F238E27FC236}">
                    <a16:creationId xmlns:a16="http://schemas.microsoft.com/office/drawing/2014/main" id="{DDBE2AD6-1032-A15F-0909-7616624D28CA}"/>
                  </a:ext>
                </a:extLst>
              </p:cNvPr>
              <p:cNvPicPr>
                <a:picLocks noChangeAspect="1"/>
              </p:cNvPicPr>
              <p:nvPr/>
            </p:nvPicPr>
            <p:blipFill>
              <a:blip>
                <a:extLst>
                  <a:ext uri="{96DAC541-7B7A-43D3-8B79-37D633B846F1}">
                    <asvg:svgBlip xmlns:asvg="http://schemas.microsoft.com/office/drawing/2016/SVG/main" r:embed="rId11"/>
                  </a:ext>
                </a:extLst>
              </a:blip>
              <a:stretch>
                <a:fillRect/>
              </a:stretch>
            </p:blipFill>
            <p:spPr>
              <a:xfrm>
                <a:off x="7036086" y="4137690"/>
                <a:ext cx="1720800" cy="1720800"/>
              </a:xfrm>
              <a:prstGeom prst="rect">
                <a:avLst/>
              </a:prstGeom>
            </p:spPr>
          </p:pic>
          <p:pic>
            <p:nvPicPr>
              <p:cNvPr id="83" name="Graphic 82" descr="User with solid fill">
                <a:extLst>
                  <a:ext uri="{FF2B5EF4-FFF2-40B4-BE49-F238E27FC236}">
                    <a16:creationId xmlns:a16="http://schemas.microsoft.com/office/drawing/2014/main" id="{7DF9A3B8-5D55-78DF-642A-2561B9C213DF}"/>
                  </a:ext>
                </a:extLst>
              </p:cNvPr>
              <p:cNvPicPr>
                <a:picLocks noChangeAspect="1"/>
              </p:cNvPicPr>
              <p:nvPr/>
            </p:nvPicPr>
            <p:blipFill>
              <a:blip>
                <a:extLst>
                  <a:ext uri="{96DAC541-7B7A-43D3-8B79-37D633B846F1}">
                    <asvg:svgBlip xmlns:asvg="http://schemas.microsoft.com/office/drawing/2016/SVG/main" r:embed="rId10"/>
                  </a:ext>
                </a:extLst>
              </a:blip>
              <a:stretch>
                <a:fillRect/>
              </a:stretch>
            </p:blipFill>
            <p:spPr>
              <a:xfrm>
                <a:off x="5846272" y="4132267"/>
                <a:ext cx="1720800" cy="1720800"/>
              </a:xfrm>
              <a:prstGeom prst="rect">
                <a:avLst/>
              </a:prstGeom>
            </p:spPr>
          </p:pic>
        </p:grpSp>
      </p:grpSp>
    </p:spTree>
    <p:extLst>
      <p:ext uri="{BB962C8B-B14F-4D97-AF65-F5344CB8AC3E}">
        <p14:creationId xmlns:p14="http://schemas.microsoft.com/office/powerpoint/2010/main" val="2813130424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8F304D6A-D975-635F-9E41-6EAD341D4C97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" name="Group 1">
            <a:extLst>
              <a:ext uri="{FF2B5EF4-FFF2-40B4-BE49-F238E27FC236}">
                <a16:creationId xmlns:a16="http://schemas.microsoft.com/office/drawing/2014/main" id="{E3107CC3-F6C6-FA62-EE8C-80EC383CFA89}"/>
              </a:ext>
            </a:extLst>
          </p:cNvPr>
          <p:cNvGrpSpPr/>
          <p:nvPr/>
        </p:nvGrpSpPr>
        <p:grpSpPr>
          <a:xfrm>
            <a:off x="-43336" y="2513667"/>
            <a:ext cx="12414632" cy="1830666"/>
            <a:chOff x="-43336" y="2940240"/>
            <a:chExt cx="12414632" cy="1830666"/>
          </a:xfrm>
        </p:grpSpPr>
        <p:sp>
          <p:nvSpPr>
            <p:cNvPr id="3" name="Rounded Rectangle 2">
              <a:extLst>
                <a:ext uri="{FF2B5EF4-FFF2-40B4-BE49-F238E27FC236}">
                  <a16:creationId xmlns:a16="http://schemas.microsoft.com/office/drawing/2014/main" id="{E3BB3932-E644-5718-6609-D130D1DE5344}"/>
                </a:ext>
              </a:extLst>
            </p:cNvPr>
            <p:cNvSpPr/>
            <p:nvPr/>
          </p:nvSpPr>
          <p:spPr>
            <a:xfrm>
              <a:off x="1426347" y="2940240"/>
              <a:ext cx="2340000" cy="1830666"/>
            </a:xfrm>
            <a:prstGeom prst="roundRect">
              <a:avLst>
                <a:gd name="adj" fmla="val 11754"/>
              </a:avLst>
            </a:prstGeom>
            <a:solidFill>
              <a:schemeClr val="accent2">
                <a:lumMod val="20000"/>
                <a:lumOff val="80000"/>
                <a:alpha val="60000"/>
              </a:schemeClr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NO"/>
            </a:p>
          </p:txBody>
        </p:sp>
        <p:grpSp>
          <p:nvGrpSpPr>
            <p:cNvPr id="6" name="Group 5">
              <a:extLst>
                <a:ext uri="{FF2B5EF4-FFF2-40B4-BE49-F238E27FC236}">
                  <a16:creationId xmlns:a16="http://schemas.microsoft.com/office/drawing/2014/main" id="{1C063EA3-8546-1D18-A4F9-09248D31AE45}"/>
                </a:ext>
              </a:extLst>
            </p:cNvPr>
            <p:cNvGrpSpPr/>
            <p:nvPr/>
          </p:nvGrpSpPr>
          <p:grpSpPr>
            <a:xfrm>
              <a:off x="-43336" y="2949948"/>
              <a:ext cx="12414632" cy="1775396"/>
              <a:chOff x="-70391" y="357261"/>
              <a:chExt cx="12414632" cy="1775396"/>
            </a:xfrm>
          </p:grpSpPr>
          <p:pic>
            <p:nvPicPr>
              <p:cNvPr id="7" name="Graphic 6" descr="Male profile with solid fill">
                <a:extLst>
                  <a:ext uri="{FF2B5EF4-FFF2-40B4-BE49-F238E27FC236}">
                    <a16:creationId xmlns:a16="http://schemas.microsoft.com/office/drawing/2014/main" id="{D1701743-1B64-63F2-E9DC-7F2261B1E366}"/>
                  </a:ext>
                </a:extLst>
              </p:cNvPr>
              <p:cNvPicPr>
                <a:picLocks noChangeAspect="1"/>
              </p:cNvPicPr>
              <p:nvPr/>
            </p:nvPicPr>
            <p:blipFill>
              <a:blip>
                <a:extLst>
                  <a:ext uri="{96DAC541-7B7A-43D3-8B79-37D633B846F1}">
                    <asvg:svgBlip xmlns:asvg="http://schemas.microsoft.com/office/drawing/2016/SVG/main" r:embed="rId2"/>
                  </a:ext>
                </a:extLst>
              </a:blip>
              <a:stretch>
                <a:fillRect/>
              </a:stretch>
            </p:blipFill>
            <p:spPr>
              <a:xfrm>
                <a:off x="4663466" y="357265"/>
                <a:ext cx="1720121" cy="1720121"/>
              </a:xfrm>
              <a:prstGeom prst="rect">
                <a:avLst/>
              </a:prstGeom>
            </p:spPr>
          </p:pic>
          <p:pic>
            <p:nvPicPr>
              <p:cNvPr id="8" name="Graphic 7" descr="Male profile with solid fill">
                <a:extLst>
                  <a:ext uri="{FF2B5EF4-FFF2-40B4-BE49-F238E27FC236}">
                    <a16:creationId xmlns:a16="http://schemas.microsoft.com/office/drawing/2014/main" id="{46EC698A-AA43-9C89-F71D-05C3B77FCDE2}"/>
                  </a:ext>
                </a:extLst>
              </p:cNvPr>
              <p:cNvPicPr>
                <a:picLocks noChangeAspect="1"/>
              </p:cNvPicPr>
              <p:nvPr/>
            </p:nvPicPr>
            <p:blipFill>
              <a:blip>
                <a:extLst>
                  <a:ext uri="{96DAC541-7B7A-43D3-8B79-37D633B846F1}">
                    <asvg:svgBlip xmlns:asvg="http://schemas.microsoft.com/office/drawing/2016/SVG/main" r:embed="rId2"/>
                  </a:ext>
                </a:extLst>
              </a:blip>
              <a:stretch>
                <a:fillRect/>
              </a:stretch>
            </p:blipFill>
            <p:spPr>
              <a:xfrm>
                <a:off x="5846929" y="357264"/>
                <a:ext cx="1720121" cy="1720121"/>
              </a:xfrm>
              <a:prstGeom prst="rect">
                <a:avLst/>
              </a:prstGeom>
            </p:spPr>
          </p:pic>
          <p:pic>
            <p:nvPicPr>
              <p:cNvPr id="9" name="Graphic 8" descr="Male profile with solid fill">
                <a:extLst>
                  <a:ext uri="{FF2B5EF4-FFF2-40B4-BE49-F238E27FC236}">
                    <a16:creationId xmlns:a16="http://schemas.microsoft.com/office/drawing/2014/main" id="{AB836057-083A-9FAF-CC81-372DF937F9D9}"/>
                  </a:ext>
                </a:extLst>
              </p:cNvPr>
              <p:cNvPicPr>
                <a:picLocks noChangeAspect="1"/>
              </p:cNvPicPr>
              <p:nvPr/>
            </p:nvPicPr>
            <p:blipFill>
              <a:blip>
                <a:extLst>
                  <a:ext uri="{96DAC541-7B7A-43D3-8B79-37D633B846F1}">
                    <asvg:svgBlip xmlns:asvg="http://schemas.microsoft.com/office/drawing/2016/SVG/main" r:embed="rId2"/>
                  </a:ext>
                </a:extLst>
              </a:blip>
              <a:stretch>
                <a:fillRect/>
              </a:stretch>
            </p:blipFill>
            <p:spPr>
              <a:xfrm>
                <a:off x="7073731" y="357264"/>
                <a:ext cx="1720121" cy="1720121"/>
              </a:xfrm>
              <a:prstGeom prst="rect">
                <a:avLst/>
              </a:prstGeom>
            </p:spPr>
          </p:pic>
          <p:pic>
            <p:nvPicPr>
              <p:cNvPr id="10" name="Graphic 9" descr="Male profile with solid fill">
                <a:extLst>
                  <a:ext uri="{FF2B5EF4-FFF2-40B4-BE49-F238E27FC236}">
                    <a16:creationId xmlns:a16="http://schemas.microsoft.com/office/drawing/2014/main" id="{6D1A031E-6255-3ACC-A277-33E437F25F76}"/>
                  </a:ext>
                </a:extLst>
              </p:cNvPr>
              <p:cNvPicPr>
                <a:picLocks noChangeAspect="1"/>
              </p:cNvPicPr>
              <p:nvPr/>
            </p:nvPicPr>
            <p:blipFill>
              <a:blip>
                <a:extLst>
                  <a:ext uri="{96DAC541-7B7A-43D3-8B79-37D633B846F1}">
                    <asvg:svgBlip xmlns:asvg="http://schemas.microsoft.com/office/drawing/2016/SVG/main" r:embed="rId2"/>
                  </a:ext>
                </a:extLst>
              </a:blip>
              <a:stretch>
                <a:fillRect/>
              </a:stretch>
            </p:blipFill>
            <p:spPr>
              <a:xfrm>
                <a:off x="8257194" y="357263"/>
                <a:ext cx="1720121" cy="1720121"/>
              </a:xfrm>
              <a:prstGeom prst="rect">
                <a:avLst/>
              </a:prstGeom>
            </p:spPr>
          </p:pic>
          <p:pic>
            <p:nvPicPr>
              <p:cNvPr id="11" name="Graphic 10" descr="Male profile with solid fill">
                <a:extLst>
                  <a:ext uri="{FF2B5EF4-FFF2-40B4-BE49-F238E27FC236}">
                    <a16:creationId xmlns:a16="http://schemas.microsoft.com/office/drawing/2014/main" id="{29604B9F-2AAB-5352-6872-F7979876A57C}"/>
                  </a:ext>
                </a:extLst>
              </p:cNvPr>
              <p:cNvPicPr>
                <a:picLocks noChangeAspect="1"/>
              </p:cNvPicPr>
              <p:nvPr/>
            </p:nvPicPr>
            <p:blipFill>
              <a:blip>
                <a:extLst>
                  <a:ext uri="{96DAC541-7B7A-43D3-8B79-37D633B846F1}">
                    <asvg:svgBlip xmlns:asvg="http://schemas.microsoft.com/office/drawing/2016/SVG/main" r:embed="rId3"/>
                  </a:ext>
                </a:extLst>
              </a:blip>
              <a:stretch>
                <a:fillRect/>
              </a:stretch>
            </p:blipFill>
            <p:spPr>
              <a:xfrm>
                <a:off x="2305485" y="357265"/>
                <a:ext cx="1720121" cy="1720121"/>
              </a:xfrm>
              <a:prstGeom prst="rect">
                <a:avLst/>
              </a:prstGeom>
            </p:spPr>
          </p:pic>
          <p:pic>
            <p:nvPicPr>
              <p:cNvPr id="12" name="Graphic 11" descr="Male profile with solid fill">
                <a:extLst>
                  <a:ext uri="{FF2B5EF4-FFF2-40B4-BE49-F238E27FC236}">
                    <a16:creationId xmlns:a16="http://schemas.microsoft.com/office/drawing/2014/main" id="{462230BA-ACB9-3856-91A9-5FB98DE50F29}"/>
                  </a:ext>
                </a:extLst>
              </p:cNvPr>
              <p:cNvPicPr>
                <a:picLocks noChangeAspect="1"/>
              </p:cNvPicPr>
              <p:nvPr/>
            </p:nvPicPr>
            <p:blipFill>
              <a:blip>
                <a:extLst>
                  <a:ext uri="{96DAC541-7B7A-43D3-8B79-37D633B846F1}">
                    <asvg:svgBlip xmlns:asvg="http://schemas.microsoft.com/office/drawing/2016/SVG/main" r:embed="rId2"/>
                  </a:ext>
                </a:extLst>
              </a:blip>
              <a:stretch>
                <a:fillRect/>
              </a:stretch>
            </p:blipFill>
            <p:spPr>
              <a:xfrm>
                <a:off x="3487816" y="357263"/>
                <a:ext cx="1720121" cy="1720121"/>
              </a:xfrm>
              <a:prstGeom prst="rect">
                <a:avLst/>
              </a:prstGeom>
            </p:spPr>
          </p:pic>
          <p:pic>
            <p:nvPicPr>
              <p:cNvPr id="13" name="Graphic 12" descr="Male profile with solid fill">
                <a:extLst>
                  <a:ext uri="{FF2B5EF4-FFF2-40B4-BE49-F238E27FC236}">
                    <a16:creationId xmlns:a16="http://schemas.microsoft.com/office/drawing/2014/main" id="{7C825295-42DE-C4B3-2128-88E946BDFA03}"/>
                  </a:ext>
                </a:extLst>
              </p:cNvPr>
              <p:cNvPicPr>
                <a:picLocks noChangeAspect="1"/>
              </p:cNvPicPr>
              <p:nvPr/>
            </p:nvPicPr>
            <p:blipFill>
              <a:blip>
                <a:extLst>
                  <a:ext uri="{96DAC541-7B7A-43D3-8B79-37D633B846F1}">
                    <asvg:svgBlip xmlns:asvg="http://schemas.microsoft.com/office/drawing/2016/SVG/main" r:embed="rId2"/>
                  </a:ext>
                </a:extLst>
              </a:blip>
              <a:stretch>
                <a:fillRect/>
              </a:stretch>
            </p:blipFill>
            <p:spPr>
              <a:xfrm>
                <a:off x="9440657" y="357262"/>
                <a:ext cx="1720121" cy="1720121"/>
              </a:xfrm>
              <a:prstGeom prst="rect">
                <a:avLst/>
              </a:prstGeom>
            </p:spPr>
          </p:pic>
          <p:pic>
            <p:nvPicPr>
              <p:cNvPr id="14" name="Graphic 13" descr="Male profile with solid fill">
                <a:extLst>
                  <a:ext uri="{FF2B5EF4-FFF2-40B4-BE49-F238E27FC236}">
                    <a16:creationId xmlns:a16="http://schemas.microsoft.com/office/drawing/2014/main" id="{5C094A90-B75B-510C-930E-9A6F8E6D0BAE}"/>
                  </a:ext>
                </a:extLst>
              </p:cNvPr>
              <p:cNvPicPr>
                <a:picLocks noChangeAspect="1"/>
              </p:cNvPicPr>
              <p:nvPr/>
            </p:nvPicPr>
            <p:blipFill>
              <a:blip>
                <a:extLst>
                  <a:ext uri="{96DAC541-7B7A-43D3-8B79-37D633B846F1}">
                    <asvg:svgBlip xmlns:asvg="http://schemas.microsoft.com/office/drawing/2016/SVG/main" r:embed="rId2"/>
                  </a:ext>
                </a:extLst>
              </a:blip>
              <a:stretch>
                <a:fillRect/>
              </a:stretch>
            </p:blipFill>
            <p:spPr>
              <a:xfrm>
                <a:off x="10624120" y="357261"/>
                <a:ext cx="1720121" cy="1720121"/>
              </a:xfrm>
              <a:prstGeom prst="rect">
                <a:avLst/>
              </a:prstGeom>
            </p:spPr>
          </p:pic>
          <p:pic>
            <p:nvPicPr>
              <p:cNvPr id="15" name="Graphic 14" descr="Male profile with solid fill">
                <a:extLst>
                  <a:ext uri="{FF2B5EF4-FFF2-40B4-BE49-F238E27FC236}">
                    <a16:creationId xmlns:a16="http://schemas.microsoft.com/office/drawing/2014/main" id="{0E9EAB87-E79F-D0B9-BF5E-092A1ACE87B5}"/>
                  </a:ext>
                </a:extLst>
              </p:cNvPr>
              <p:cNvPicPr>
                <a:picLocks noChangeAspect="1"/>
              </p:cNvPicPr>
              <p:nvPr/>
            </p:nvPicPr>
            <p:blipFill>
              <a:blip>
                <a:extLst>
                  <a:ext uri="{96DAC541-7B7A-43D3-8B79-37D633B846F1}">
                    <asvg:svgBlip xmlns:asvg="http://schemas.microsoft.com/office/drawing/2016/SVG/main" r:embed="rId2"/>
                  </a:ext>
                </a:extLst>
              </a:blip>
              <a:stretch>
                <a:fillRect/>
              </a:stretch>
            </p:blipFill>
            <p:spPr>
              <a:xfrm>
                <a:off x="-70391" y="357261"/>
                <a:ext cx="1720121" cy="1720121"/>
              </a:xfrm>
              <a:prstGeom prst="rect">
                <a:avLst/>
              </a:prstGeom>
            </p:spPr>
          </p:pic>
          <p:pic>
            <p:nvPicPr>
              <p:cNvPr id="16" name="Graphic 15" descr="Male profile with solid fill">
                <a:extLst>
                  <a:ext uri="{FF2B5EF4-FFF2-40B4-BE49-F238E27FC236}">
                    <a16:creationId xmlns:a16="http://schemas.microsoft.com/office/drawing/2014/main" id="{60120911-D9BF-4859-B01C-4A5E288F8342}"/>
                  </a:ext>
                </a:extLst>
              </p:cNvPr>
              <p:cNvPicPr>
                <a:picLocks noChangeAspect="1"/>
              </p:cNvPicPr>
              <p:nvPr/>
            </p:nvPicPr>
            <p:blipFill>
              <a:blip>
                <a:extLst>
                  <a:ext uri="{96DAC541-7B7A-43D3-8B79-37D633B846F1}">
                    <asvg:svgBlip xmlns:asvg="http://schemas.microsoft.com/office/drawing/2016/SVG/main" r:embed="rId4"/>
                  </a:ext>
                </a:extLst>
              </a:blip>
              <a:stretch>
                <a:fillRect/>
              </a:stretch>
            </p:blipFill>
            <p:spPr>
              <a:xfrm>
                <a:off x="1114204" y="357261"/>
                <a:ext cx="1720121" cy="1720121"/>
              </a:xfrm>
              <a:prstGeom prst="rect">
                <a:avLst/>
              </a:prstGeom>
            </p:spPr>
          </p:pic>
          <p:sp>
            <p:nvSpPr>
              <p:cNvPr id="59" name="TextBox 58">
                <a:extLst>
                  <a:ext uri="{FF2B5EF4-FFF2-40B4-BE49-F238E27FC236}">
                    <a16:creationId xmlns:a16="http://schemas.microsoft.com/office/drawing/2014/main" id="{008F4509-A933-717B-3F06-F0E7540CCF0C}"/>
                  </a:ext>
                </a:extLst>
              </p:cNvPr>
              <p:cNvSpPr txBox="1"/>
              <p:nvPr/>
            </p:nvSpPr>
            <p:spPr>
              <a:xfrm>
                <a:off x="266700" y="1866900"/>
                <a:ext cx="1130300" cy="261610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 algn="ctr"/>
                <a:r>
                  <a:rPr lang="en-NO" sz="1100" dirty="0">
                    <a:solidFill>
                      <a:schemeClr val="bg2">
                        <a:lumMod val="50000"/>
                      </a:schemeClr>
                    </a:solidFill>
                  </a:rPr>
                  <a:t>1</a:t>
                </a:r>
              </a:p>
            </p:txBody>
          </p:sp>
          <p:sp>
            <p:nvSpPr>
              <p:cNvPr id="60" name="TextBox 59">
                <a:extLst>
                  <a:ext uri="{FF2B5EF4-FFF2-40B4-BE49-F238E27FC236}">
                    <a16:creationId xmlns:a16="http://schemas.microsoft.com/office/drawing/2014/main" id="{32B1A636-86B6-9B84-C3FC-9C6675A9D1D6}"/>
                  </a:ext>
                </a:extLst>
              </p:cNvPr>
              <p:cNvSpPr txBox="1"/>
              <p:nvPr/>
            </p:nvSpPr>
            <p:spPr>
              <a:xfrm>
                <a:off x="1455228" y="1866900"/>
                <a:ext cx="1130300" cy="261610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 algn="ctr"/>
                <a:r>
                  <a:rPr lang="en-NO" sz="1100" dirty="0">
                    <a:solidFill>
                      <a:schemeClr val="bg2">
                        <a:lumMod val="50000"/>
                      </a:schemeClr>
                    </a:solidFill>
                  </a:rPr>
                  <a:t>2</a:t>
                </a:r>
              </a:p>
            </p:txBody>
          </p:sp>
          <p:sp>
            <p:nvSpPr>
              <p:cNvPr id="61" name="TextBox 60">
                <a:extLst>
                  <a:ext uri="{FF2B5EF4-FFF2-40B4-BE49-F238E27FC236}">
                    <a16:creationId xmlns:a16="http://schemas.microsoft.com/office/drawing/2014/main" id="{37CF5418-17C9-BF3B-F38B-E96DE36A55EB}"/>
                  </a:ext>
                </a:extLst>
              </p:cNvPr>
              <p:cNvSpPr txBox="1"/>
              <p:nvPr/>
            </p:nvSpPr>
            <p:spPr>
              <a:xfrm>
                <a:off x="2642599" y="1871047"/>
                <a:ext cx="1130300" cy="261610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 algn="ctr"/>
                <a:r>
                  <a:rPr lang="en-NO" sz="1100" dirty="0">
                    <a:solidFill>
                      <a:schemeClr val="bg2">
                        <a:lumMod val="50000"/>
                      </a:schemeClr>
                    </a:solidFill>
                  </a:rPr>
                  <a:t>3</a:t>
                </a:r>
              </a:p>
            </p:txBody>
          </p:sp>
          <p:sp>
            <p:nvSpPr>
              <p:cNvPr id="62" name="TextBox 61">
                <a:extLst>
                  <a:ext uri="{FF2B5EF4-FFF2-40B4-BE49-F238E27FC236}">
                    <a16:creationId xmlns:a16="http://schemas.microsoft.com/office/drawing/2014/main" id="{53197290-9309-4806-0896-A84FACC998EF}"/>
                  </a:ext>
                </a:extLst>
              </p:cNvPr>
              <p:cNvSpPr txBox="1"/>
              <p:nvPr/>
            </p:nvSpPr>
            <p:spPr>
              <a:xfrm>
                <a:off x="3826063" y="1866900"/>
                <a:ext cx="1130300" cy="261610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 algn="ctr"/>
                <a:r>
                  <a:rPr lang="en-NO" sz="1100" dirty="0">
                    <a:solidFill>
                      <a:schemeClr val="bg2">
                        <a:lumMod val="50000"/>
                      </a:schemeClr>
                    </a:solidFill>
                  </a:rPr>
                  <a:t>4</a:t>
                </a:r>
              </a:p>
            </p:txBody>
          </p:sp>
          <p:sp>
            <p:nvSpPr>
              <p:cNvPr id="63" name="TextBox 62">
                <a:extLst>
                  <a:ext uri="{FF2B5EF4-FFF2-40B4-BE49-F238E27FC236}">
                    <a16:creationId xmlns:a16="http://schemas.microsoft.com/office/drawing/2014/main" id="{0DE0FCFB-39D3-9C71-7436-4B9F564F9479}"/>
                  </a:ext>
                </a:extLst>
              </p:cNvPr>
              <p:cNvSpPr txBox="1"/>
              <p:nvPr/>
            </p:nvSpPr>
            <p:spPr>
              <a:xfrm>
                <a:off x="5001712" y="1866900"/>
                <a:ext cx="1130300" cy="261610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 algn="ctr"/>
                <a:r>
                  <a:rPr lang="en-NO" sz="1100" dirty="0">
                    <a:solidFill>
                      <a:schemeClr val="bg2">
                        <a:lumMod val="50000"/>
                      </a:schemeClr>
                    </a:solidFill>
                  </a:rPr>
                  <a:t>5</a:t>
                </a:r>
              </a:p>
            </p:txBody>
          </p:sp>
          <p:sp>
            <p:nvSpPr>
              <p:cNvPr id="64" name="TextBox 63">
                <a:extLst>
                  <a:ext uri="{FF2B5EF4-FFF2-40B4-BE49-F238E27FC236}">
                    <a16:creationId xmlns:a16="http://schemas.microsoft.com/office/drawing/2014/main" id="{C4D9A464-906C-8EA5-362D-798DCEBC6EA5}"/>
                  </a:ext>
                </a:extLst>
              </p:cNvPr>
              <p:cNvSpPr txBox="1"/>
              <p:nvPr/>
            </p:nvSpPr>
            <p:spPr>
              <a:xfrm>
                <a:off x="6185175" y="1866900"/>
                <a:ext cx="1130300" cy="261610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 algn="ctr"/>
                <a:r>
                  <a:rPr lang="en-NO" sz="1100" dirty="0">
                    <a:solidFill>
                      <a:schemeClr val="bg2">
                        <a:lumMod val="50000"/>
                      </a:schemeClr>
                    </a:solidFill>
                  </a:rPr>
                  <a:t>6</a:t>
                </a:r>
              </a:p>
            </p:txBody>
          </p:sp>
          <p:sp>
            <p:nvSpPr>
              <p:cNvPr id="65" name="TextBox 64">
                <a:extLst>
                  <a:ext uri="{FF2B5EF4-FFF2-40B4-BE49-F238E27FC236}">
                    <a16:creationId xmlns:a16="http://schemas.microsoft.com/office/drawing/2014/main" id="{940AAD94-F94F-48DB-BFDE-30FCFCDE8CF8}"/>
                  </a:ext>
                </a:extLst>
              </p:cNvPr>
              <p:cNvSpPr txBox="1"/>
              <p:nvPr/>
            </p:nvSpPr>
            <p:spPr>
              <a:xfrm>
                <a:off x="7368641" y="1866900"/>
                <a:ext cx="1130300" cy="261610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 algn="ctr"/>
                <a:r>
                  <a:rPr lang="en-NO" sz="1100" dirty="0">
                    <a:solidFill>
                      <a:schemeClr val="bg2">
                        <a:lumMod val="50000"/>
                      </a:schemeClr>
                    </a:solidFill>
                  </a:rPr>
                  <a:t>7</a:t>
                </a:r>
              </a:p>
            </p:txBody>
          </p:sp>
          <p:sp>
            <p:nvSpPr>
              <p:cNvPr id="66" name="TextBox 65">
                <a:extLst>
                  <a:ext uri="{FF2B5EF4-FFF2-40B4-BE49-F238E27FC236}">
                    <a16:creationId xmlns:a16="http://schemas.microsoft.com/office/drawing/2014/main" id="{EAAA20D2-54EE-8229-E50D-FEF898938B67}"/>
                  </a:ext>
                </a:extLst>
              </p:cNvPr>
              <p:cNvSpPr txBox="1"/>
              <p:nvPr/>
            </p:nvSpPr>
            <p:spPr>
              <a:xfrm>
                <a:off x="8552103" y="1866900"/>
                <a:ext cx="1130300" cy="261610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 algn="ctr"/>
                <a:r>
                  <a:rPr lang="en-NO" sz="1100" dirty="0">
                    <a:solidFill>
                      <a:schemeClr val="bg2">
                        <a:lumMod val="50000"/>
                      </a:schemeClr>
                    </a:solidFill>
                  </a:rPr>
                  <a:t>8</a:t>
                </a:r>
              </a:p>
            </p:txBody>
          </p:sp>
          <p:sp>
            <p:nvSpPr>
              <p:cNvPr id="67" name="TextBox 66">
                <a:extLst>
                  <a:ext uri="{FF2B5EF4-FFF2-40B4-BE49-F238E27FC236}">
                    <a16:creationId xmlns:a16="http://schemas.microsoft.com/office/drawing/2014/main" id="{D1458D72-870E-85BC-0290-C1AAE1A81C41}"/>
                  </a:ext>
                </a:extLst>
              </p:cNvPr>
              <p:cNvSpPr txBox="1"/>
              <p:nvPr/>
            </p:nvSpPr>
            <p:spPr>
              <a:xfrm>
                <a:off x="9735567" y="1866900"/>
                <a:ext cx="1130300" cy="261610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 algn="ctr"/>
                <a:r>
                  <a:rPr lang="en-NO" sz="1100" dirty="0">
                    <a:solidFill>
                      <a:schemeClr val="bg2">
                        <a:lumMod val="50000"/>
                      </a:schemeClr>
                    </a:solidFill>
                  </a:rPr>
                  <a:t>9</a:t>
                </a:r>
              </a:p>
            </p:txBody>
          </p:sp>
          <p:sp>
            <p:nvSpPr>
              <p:cNvPr id="68" name="TextBox 67">
                <a:extLst>
                  <a:ext uri="{FF2B5EF4-FFF2-40B4-BE49-F238E27FC236}">
                    <a16:creationId xmlns:a16="http://schemas.microsoft.com/office/drawing/2014/main" id="{85CD440B-2700-53EA-B410-1C21BED9937C}"/>
                  </a:ext>
                </a:extLst>
              </p:cNvPr>
              <p:cNvSpPr txBox="1"/>
              <p:nvPr/>
            </p:nvSpPr>
            <p:spPr>
              <a:xfrm>
                <a:off x="10919031" y="1866900"/>
                <a:ext cx="1130300" cy="261610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 algn="ctr"/>
                <a:r>
                  <a:rPr lang="en-NO" sz="1100" dirty="0">
                    <a:solidFill>
                      <a:schemeClr val="bg2">
                        <a:lumMod val="50000"/>
                      </a:schemeClr>
                    </a:solidFill>
                  </a:rPr>
                  <a:t>10</a:t>
                </a:r>
              </a:p>
            </p:txBody>
          </p:sp>
        </p:grpSp>
      </p:grpSp>
      <p:grpSp>
        <p:nvGrpSpPr>
          <p:cNvPr id="95" name="Group 94">
            <a:extLst>
              <a:ext uri="{FF2B5EF4-FFF2-40B4-BE49-F238E27FC236}">
                <a16:creationId xmlns:a16="http://schemas.microsoft.com/office/drawing/2014/main" id="{24B37CD9-8199-A568-AEBE-E228D05DD683}"/>
              </a:ext>
            </a:extLst>
          </p:cNvPr>
          <p:cNvGrpSpPr/>
          <p:nvPr/>
        </p:nvGrpSpPr>
        <p:grpSpPr>
          <a:xfrm>
            <a:off x="-43336" y="357256"/>
            <a:ext cx="12404407" cy="1830666"/>
            <a:chOff x="-43336" y="357256"/>
            <a:chExt cx="12404407" cy="1830666"/>
          </a:xfrm>
        </p:grpSpPr>
        <p:sp>
          <p:nvSpPr>
            <p:cNvPr id="94" name="Rounded Rectangle 93">
              <a:extLst>
                <a:ext uri="{FF2B5EF4-FFF2-40B4-BE49-F238E27FC236}">
                  <a16:creationId xmlns:a16="http://schemas.microsoft.com/office/drawing/2014/main" id="{0F45B697-EB26-4337-8159-9C7600214E1C}"/>
                </a:ext>
              </a:extLst>
            </p:cNvPr>
            <p:cNvSpPr/>
            <p:nvPr/>
          </p:nvSpPr>
          <p:spPr>
            <a:xfrm>
              <a:off x="1426261" y="357256"/>
              <a:ext cx="2340000" cy="1830666"/>
            </a:xfrm>
            <a:prstGeom prst="roundRect">
              <a:avLst>
                <a:gd name="adj" fmla="val 11754"/>
              </a:avLst>
            </a:prstGeom>
            <a:solidFill>
              <a:schemeClr val="accent2">
                <a:lumMod val="20000"/>
                <a:lumOff val="80000"/>
                <a:alpha val="60000"/>
              </a:schemeClr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NO"/>
            </a:p>
          </p:txBody>
        </p:sp>
        <p:grpSp>
          <p:nvGrpSpPr>
            <p:cNvPr id="17" name="Group 16">
              <a:extLst>
                <a:ext uri="{FF2B5EF4-FFF2-40B4-BE49-F238E27FC236}">
                  <a16:creationId xmlns:a16="http://schemas.microsoft.com/office/drawing/2014/main" id="{F8A5D175-B4B9-103B-1204-411346DE7867}"/>
                </a:ext>
              </a:extLst>
            </p:cNvPr>
            <p:cNvGrpSpPr/>
            <p:nvPr/>
          </p:nvGrpSpPr>
          <p:grpSpPr>
            <a:xfrm>
              <a:off x="-43336" y="357256"/>
              <a:ext cx="12404407" cy="1775401"/>
              <a:chOff x="-43336" y="357256"/>
              <a:chExt cx="12404407" cy="1775401"/>
            </a:xfrm>
          </p:grpSpPr>
          <p:pic>
            <p:nvPicPr>
              <p:cNvPr id="18" name="Graphic 17" descr="Female Profile with solid fill">
                <a:extLst>
                  <a:ext uri="{FF2B5EF4-FFF2-40B4-BE49-F238E27FC236}">
                    <a16:creationId xmlns:a16="http://schemas.microsoft.com/office/drawing/2014/main" id="{39AACD2D-1DF5-8D65-6CFD-10A1027FDE88}"/>
                  </a:ext>
                </a:extLst>
              </p:cNvPr>
              <p:cNvPicPr>
                <a:picLocks noChangeAspect="1"/>
              </p:cNvPicPr>
              <p:nvPr/>
            </p:nvPicPr>
            <p:blipFill>
              <a:blip>
                <a:extLst>
                  <a:ext uri="{96DAC541-7B7A-43D3-8B79-37D633B846F1}">
                    <asvg:svgBlip xmlns:asvg="http://schemas.microsoft.com/office/drawing/2016/SVG/main" r:embed="rId5"/>
                  </a:ext>
                </a:extLst>
              </a:blip>
              <a:stretch>
                <a:fillRect/>
              </a:stretch>
            </p:blipFill>
            <p:spPr>
              <a:xfrm>
                <a:off x="3515357" y="357260"/>
                <a:ext cx="1720121" cy="1720121"/>
              </a:xfrm>
              <a:prstGeom prst="rect">
                <a:avLst/>
              </a:prstGeom>
            </p:spPr>
          </p:pic>
          <p:grpSp>
            <p:nvGrpSpPr>
              <p:cNvPr id="19" name="Group 18">
                <a:extLst>
                  <a:ext uri="{FF2B5EF4-FFF2-40B4-BE49-F238E27FC236}">
                    <a16:creationId xmlns:a16="http://schemas.microsoft.com/office/drawing/2014/main" id="{64C3ABAB-570B-3D74-8F04-D160EDFA2000}"/>
                  </a:ext>
                </a:extLst>
              </p:cNvPr>
              <p:cNvGrpSpPr/>
              <p:nvPr/>
            </p:nvGrpSpPr>
            <p:grpSpPr>
              <a:xfrm>
                <a:off x="266700" y="1866900"/>
                <a:ext cx="11782631" cy="265757"/>
                <a:chOff x="266700" y="1866900"/>
                <a:chExt cx="11782631" cy="265757"/>
              </a:xfrm>
            </p:grpSpPr>
            <p:sp>
              <p:nvSpPr>
                <p:cNvPr id="29" name="TextBox 28">
                  <a:extLst>
                    <a:ext uri="{FF2B5EF4-FFF2-40B4-BE49-F238E27FC236}">
                      <a16:creationId xmlns:a16="http://schemas.microsoft.com/office/drawing/2014/main" id="{3DAB0779-F88E-27AD-95F4-6052624AEB4D}"/>
                    </a:ext>
                  </a:extLst>
                </p:cNvPr>
                <p:cNvSpPr txBox="1"/>
                <p:nvPr/>
              </p:nvSpPr>
              <p:spPr>
                <a:xfrm>
                  <a:off x="266700" y="1866900"/>
                  <a:ext cx="1130300" cy="261610"/>
                </a:xfrm>
                <a:prstGeom prst="rect">
                  <a:avLst/>
                </a:prstGeom>
                <a:noFill/>
              </p:spPr>
              <p:txBody>
                <a:bodyPr wrap="square" rtlCol="0">
                  <a:spAutoFit/>
                </a:bodyPr>
                <a:lstStyle/>
                <a:p>
                  <a:pPr algn="ctr"/>
                  <a:r>
                    <a:rPr lang="en-NO" sz="1100" dirty="0">
                      <a:solidFill>
                        <a:schemeClr val="bg2">
                          <a:lumMod val="50000"/>
                        </a:schemeClr>
                      </a:solidFill>
                    </a:rPr>
                    <a:t>1</a:t>
                  </a:r>
                </a:p>
              </p:txBody>
            </p:sp>
            <p:sp>
              <p:nvSpPr>
                <p:cNvPr id="30" name="TextBox 29">
                  <a:extLst>
                    <a:ext uri="{FF2B5EF4-FFF2-40B4-BE49-F238E27FC236}">
                      <a16:creationId xmlns:a16="http://schemas.microsoft.com/office/drawing/2014/main" id="{841C45C2-D1DB-EBE5-14DC-AABB80BA03B6}"/>
                    </a:ext>
                  </a:extLst>
                </p:cNvPr>
                <p:cNvSpPr txBox="1"/>
                <p:nvPr/>
              </p:nvSpPr>
              <p:spPr>
                <a:xfrm>
                  <a:off x="1455228" y="1866900"/>
                  <a:ext cx="1130300" cy="261610"/>
                </a:xfrm>
                <a:prstGeom prst="rect">
                  <a:avLst/>
                </a:prstGeom>
                <a:noFill/>
              </p:spPr>
              <p:txBody>
                <a:bodyPr wrap="square" rtlCol="0">
                  <a:spAutoFit/>
                </a:bodyPr>
                <a:lstStyle/>
                <a:p>
                  <a:pPr algn="ctr"/>
                  <a:r>
                    <a:rPr lang="en-NO" sz="1100" dirty="0">
                      <a:solidFill>
                        <a:schemeClr val="bg2">
                          <a:lumMod val="50000"/>
                        </a:schemeClr>
                      </a:solidFill>
                    </a:rPr>
                    <a:t>2</a:t>
                  </a:r>
                </a:p>
              </p:txBody>
            </p:sp>
            <p:sp>
              <p:nvSpPr>
                <p:cNvPr id="31" name="TextBox 30">
                  <a:extLst>
                    <a:ext uri="{FF2B5EF4-FFF2-40B4-BE49-F238E27FC236}">
                      <a16:creationId xmlns:a16="http://schemas.microsoft.com/office/drawing/2014/main" id="{08E3F850-25B8-1086-01DB-9539CE998EB5}"/>
                    </a:ext>
                  </a:extLst>
                </p:cNvPr>
                <p:cNvSpPr txBox="1"/>
                <p:nvPr/>
              </p:nvSpPr>
              <p:spPr>
                <a:xfrm>
                  <a:off x="2642599" y="1871047"/>
                  <a:ext cx="1130300" cy="261610"/>
                </a:xfrm>
                <a:prstGeom prst="rect">
                  <a:avLst/>
                </a:prstGeom>
                <a:noFill/>
              </p:spPr>
              <p:txBody>
                <a:bodyPr wrap="square" rtlCol="0">
                  <a:spAutoFit/>
                </a:bodyPr>
                <a:lstStyle/>
                <a:p>
                  <a:pPr algn="ctr"/>
                  <a:r>
                    <a:rPr lang="en-NO" sz="1100" dirty="0">
                      <a:solidFill>
                        <a:schemeClr val="bg2">
                          <a:lumMod val="50000"/>
                        </a:schemeClr>
                      </a:solidFill>
                    </a:rPr>
                    <a:t>3</a:t>
                  </a:r>
                </a:p>
              </p:txBody>
            </p:sp>
            <p:sp>
              <p:nvSpPr>
                <p:cNvPr id="32" name="TextBox 31">
                  <a:extLst>
                    <a:ext uri="{FF2B5EF4-FFF2-40B4-BE49-F238E27FC236}">
                      <a16:creationId xmlns:a16="http://schemas.microsoft.com/office/drawing/2014/main" id="{2BB717F9-3648-9D8F-1919-244ED045C5A4}"/>
                    </a:ext>
                  </a:extLst>
                </p:cNvPr>
                <p:cNvSpPr txBox="1"/>
                <p:nvPr/>
              </p:nvSpPr>
              <p:spPr>
                <a:xfrm>
                  <a:off x="3826063" y="1866900"/>
                  <a:ext cx="1130300" cy="261610"/>
                </a:xfrm>
                <a:prstGeom prst="rect">
                  <a:avLst/>
                </a:prstGeom>
                <a:noFill/>
              </p:spPr>
              <p:txBody>
                <a:bodyPr wrap="square" rtlCol="0">
                  <a:spAutoFit/>
                </a:bodyPr>
                <a:lstStyle/>
                <a:p>
                  <a:pPr algn="ctr"/>
                  <a:r>
                    <a:rPr lang="en-NO" sz="1100" dirty="0">
                      <a:solidFill>
                        <a:schemeClr val="bg2">
                          <a:lumMod val="50000"/>
                        </a:schemeClr>
                      </a:solidFill>
                    </a:rPr>
                    <a:t>4</a:t>
                  </a:r>
                </a:p>
              </p:txBody>
            </p:sp>
            <p:sp>
              <p:nvSpPr>
                <p:cNvPr id="33" name="TextBox 32">
                  <a:extLst>
                    <a:ext uri="{FF2B5EF4-FFF2-40B4-BE49-F238E27FC236}">
                      <a16:creationId xmlns:a16="http://schemas.microsoft.com/office/drawing/2014/main" id="{A724C4E5-35D7-AAAA-BC76-6F83D6D53226}"/>
                    </a:ext>
                  </a:extLst>
                </p:cNvPr>
                <p:cNvSpPr txBox="1"/>
                <p:nvPr/>
              </p:nvSpPr>
              <p:spPr>
                <a:xfrm>
                  <a:off x="5001712" y="1866900"/>
                  <a:ext cx="1130300" cy="261610"/>
                </a:xfrm>
                <a:prstGeom prst="rect">
                  <a:avLst/>
                </a:prstGeom>
                <a:noFill/>
              </p:spPr>
              <p:txBody>
                <a:bodyPr wrap="square" rtlCol="0">
                  <a:spAutoFit/>
                </a:bodyPr>
                <a:lstStyle/>
                <a:p>
                  <a:pPr algn="ctr"/>
                  <a:r>
                    <a:rPr lang="en-NO" sz="1100" dirty="0">
                      <a:solidFill>
                        <a:schemeClr val="bg2">
                          <a:lumMod val="50000"/>
                        </a:schemeClr>
                      </a:solidFill>
                    </a:rPr>
                    <a:t>5</a:t>
                  </a:r>
                </a:p>
              </p:txBody>
            </p:sp>
            <p:sp>
              <p:nvSpPr>
                <p:cNvPr id="34" name="TextBox 33">
                  <a:extLst>
                    <a:ext uri="{FF2B5EF4-FFF2-40B4-BE49-F238E27FC236}">
                      <a16:creationId xmlns:a16="http://schemas.microsoft.com/office/drawing/2014/main" id="{5DF19B29-108B-CECE-C781-7D2EF36B2A1D}"/>
                    </a:ext>
                  </a:extLst>
                </p:cNvPr>
                <p:cNvSpPr txBox="1"/>
                <p:nvPr/>
              </p:nvSpPr>
              <p:spPr>
                <a:xfrm>
                  <a:off x="6185175" y="1866900"/>
                  <a:ext cx="1130300" cy="261610"/>
                </a:xfrm>
                <a:prstGeom prst="rect">
                  <a:avLst/>
                </a:prstGeom>
                <a:noFill/>
              </p:spPr>
              <p:txBody>
                <a:bodyPr wrap="square" rtlCol="0">
                  <a:spAutoFit/>
                </a:bodyPr>
                <a:lstStyle/>
                <a:p>
                  <a:pPr algn="ctr"/>
                  <a:r>
                    <a:rPr lang="en-NO" sz="1100" dirty="0">
                      <a:solidFill>
                        <a:schemeClr val="bg2">
                          <a:lumMod val="50000"/>
                        </a:schemeClr>
                      </a:solidFill>
                    </a:rPr>
                    <a:t>6</a:t>
                  </a:r>
                </a:p>
              </p:txBody>
            </p:sp>
            <p:sp>
              <p:nvSpPr>
                <p:cNvPr id="35" name="TextBox 34">
                  <a:extLst>
                    <a:ext uri="{FF2B5EF4-FFF2-40B4-BE49-F238E27FC236}">
                      <a16:creationId xmlns:a16="http://schemas.microsoft.com/office/drawing/2014/main" id="{7618EB38-E03B-0F55-6FF2-CEA05D667106}"/>
                    </a:ext>
                  </a:extLst>
                </p:cNvPr>
                <p:cNvSpPr txBox="1"/>
                <p:nvPr/>
              </p:nvSpPr>
              <p:spPr>
                <a:xfrm>
                  <a:off x="7368641" y="1866900"/>
                  <a:ext cx="1130300" cy="261610"/>
                </a:xfrm>
                <a:prstGeom prst="rect">
                  <a:avLst/>
                </a:prstGeom>
                <a:noFill/>
              </p:spPr>
              <p:txBody>
                <a:bodyPr wrap="square" rtlCol="0">
                  <a:spAutoFit/>
                </a:bodyPr>
                <a:lstStyle/>
                <a:p>
                  <a:pPr algn="ctr"/>
                  <a:r>
                    <a:rPr lang="en-NO" sz="1100" dirty="0">
                      <a:solidFill>
                        <a:schemeClr val="bg2">
                          <a:lumMod val="50000"/>
                        </a:schemeClr>
                      </a:solidFill>
                    </a:rPr>
                    <a:t>7</a:t>
                  </a:r>
                </a:p>
              </p:txBody>
            </p:sp>
            <p:sp>
              <p:nvSpPr>
                <p:cNvPr id="36" name="TextBox 35">
                  <a:extLst>
                    <a:ext uri="{FF2B5EF4-FFF2-40B4-BE49-F238E27FC236}">
                      <a16:creationId xmlns:a16="http://schemas.microsoft.com/office/drawing/2014/main" id="{F0783781-7F05-8F99-CF42-FB25C890A500}"/>
                    </a:ext>
                  </a:extLst>
                </p:cNvPr>
                <p:cNvSpPr txBox="1"/>
                <p:nvPr/>
              </p:nvSpPr>
              <p:spPr>
                <a:xfrm>
                  <a:off x="8552103" y="1866900"/>
                  <a:ext cx="1130300" cy="261610"/>
                </a:xfrm>
                <a:prstGeom prst="rect">
                  <a:avLst/>
                </a:prstGeom>
                <a:noFill/>
              </p:spPr>
              <p:txBody>
                <a:bodyPr wrap="square" rtlCol="0">
                  <a:spAutoFit/>
                </a:bodyPr>
                <a:lstStyle/>
                <a:p>
                  <a:pPr algn="ctr"/>
                  <a:r>
                    <a:rPr lang="en-NO" sz="1100" dirty="0">
                      <a:solidFill>
                        <a:schemeClr val="bg2">
                          <a:lumMod val="50000"/>
                        </a:schemeClr>
                      </a:solidFill>
                    </a:rPr>
                    <a:t>8</a:t>
                  </a:r>
                </a:p>
              </p:txBody>
            </p:sp>
            <p:sp>
              <p:nvSpPr>
                <p:cNvPr id="37" name="TextBox 36">
                  <a:extLst>
                    <a:ext uri="{FF2B5EF4-FFF2-40B4-BE49-F238E27FC236}">
                      <a16:creationId xmlns:a16="http://schemas.microsoft.com/office/drawing/2014/main" id="{FFC036FA-EB46-8236-DA12-2E372F18F006}"/>
                    </a:ext>
                  </a:extLst>
                </p:cNvPr>
                <p:cNvSpPr txBox="1"/>
                <p:nvPr/>
              </p:nvSpPr>
              <p:spPr>
                <a:xfrm>
                  <a:off x="9735567" y="1866900"/>
                  <a:ext cx="1130300" cy="261610"/>
                </a:xfrm>
                <a:prstGeom prst="rect">
                  <a:avLst/>
                </a:prstGeom>
                <a:noFill/>
              </p:spPr>
              <p:txBody>
                <a:bodyPr wrap="square" rtlCol="0">
                  <a:spAutoFit/>
                </a:bodyPr>
                <a:lstStyle/>
                <a:p>
                  <a:pPr algn="ctr"/>
                  <a:r>
                    <a:rPr lang="en-NO" sz="1100" dirty="0">
                      <a:solidFill>
                        <a:schemeClr val="bg2">
                          <a:lumMod val="50000"/>
                        </a:schemeClr>
                      </a:solidFill>
                    </a:rPr>
                    <a:t>9</a:t>
                  </a:r>
                </a:p>
              </p:txBody>
            </p:sp>
            <p:sp>
              <p:nvSpPr>
                <p:cNvPr id="69" name="TextBox 68">
                  <a:extLst>
                    <a:ext uri="{FF2B5EF4-FFF2-40B4-BE49-F238E27FC236}">
                      <a16:creationId xmlns:a16="http://schemas.microsoft.com/office/drawing/2014/main" id="{591F4014-E8EE-025C-2172-AE2DF2FF721E}"/>
                    </a:ext>
                  </a:extLst>
                </p:cNvPr>
                <p:cNvSpPr txBox="1"/>
                <p:nvPr/>
              </p:nvSpPr>
              <p:spPr>
                <a:xfrm>
                  <a:off x="10919031" y="1866900"/>
                  <a:ext cx="1130300" cy="261610"/>
                </a:xfrm>
                <a:prstGeom prst="rect">
                  <a:avLst/>
                </a:prstGeom>
                <a:noFill/>
              </p:spPr>
              <p:txBody>
                <a:bodyPr wrap="square" rtlCol="0">
                  <a:spAutoFit/>
                </a:bodyPr>
                <a:lstStyle/>
                <a:p>
                  <a:pPr algn="ctr"/>
                  <a:r>
                    <a:rPr lang="en-NO" sz="1100" dirty="0">
                      <a:solidFill>
                        <a:schemeClr val="bg2">
                          <a:lumMod val="50000"/>
                        </a:schemeClr>
                      </a:solidFill>
                    </a:rPr>
                    <a:t>10</a:t>
                  </a:r>
                </a:p>
              </p:txBody>
            </p:sp>
          </p:grpSp>
          <p:pic>
            <p:nvPicPr>
              <p:cNvPr id="20" name="Graphic 19" descr="Female Profile with solid fill">
                <a:extLst>
                  <a:ext uri="{FF2B5EF4-FFF2-40B4-BE49-F238E27FC236}">
                    <a16:creationId xmlns:a16="http://schemas.microsoft.com/office/drawing/2014/main" id="{71A3D926-E81F-AF86-1CD6-E66516A95C5C}"/>
                  </a:ext>
                </a:extLst>
              </p:cNvPr>
              <p:cNvPicPr>
                <a:picLocks noChangeAspect="1"/>
              </p:cNvPicPr>
              <p:nvPr/>
            </p:nvPicPr>
            <p:blipFill>
              <a:blip>
                <a:extLst>
                  <a:ext uri="{96DAC541-7B7A-43D3-8B79-37D633B846F1}">
                    <asvg:svgBlip xmlns:asvg="http://schemas.microsoft.com/office/drawing/2016/SVG/main" r:embed="rId6"/>
                  </a:ext>
                </a:extLst>
              </a:blip>
              <a:stretch>
                <a:fillRect/>
              </a:stretch>
            </p:blipFill>
            <p:spPr>
              <a:xfrm>
                <a:off x="2340007" y="357260"/>
                <a:ext cx="1720121" cy="1720121"/>
              </a:xfrm>
              <a:prstGeom prst="rect">
                <a:avLst/>
              </a:prstGeom>
            </p:spPr>
          </p:pic>
          <p:pic>
            <p:nvPicPr>
              <p:cNvPr id="21" name="Graphic 20" descr="Female Profile with solid fill">
                <a:extLst>
                  <a:ext uri="{FF2B5EF4-FFF2-40B4-BE49-F238E27FC236}">
                    <a16:creationId xmlns:a16="http://schemas.microsoft.com/office/drawing/2014/main" id="{6D479A2A-AB85-63A2-5E15-FEC22964C8FD}"/>
                  </a:ext>
                </a:extLst>
              </p:cNvPr>
              <p:cNvPicPr>
                <a:picLocks noChangeAspect="1"/>
              </p:cNvPicPr>
              <p:nvPr/>
            </p:nvPicPr>
            <p:blipFill>
              <a:blip>
                <a:extLst>
                  <a:ext uri="{96DAC541-7B7A-43D3-8B79-37D633B846F1}">
                    <asvg:svgBlip xmlns:asvg="http://schemas.microsoft.com/office/drawing/2016/SVG/main" r:embed="rId7"/>
                  </a:ext>
                </a:extLst>
              </a:blip>
              <a:stretch>
                <a:fillRect/>
              </a:stretch>
            </p:blipFill>
            <p:spPr>
              <a:xfrm>
                <a:off x="1145662" y="357260"/>
                <a:ext cx="1720121" cy="1720121"/>
              </a:xfrm>
              <a:prstGeom prst="rect">
                <a:avLst/>
              </a:prstGeom>
            </p:spPr>
          </p:pic>
          <p:pic>
            <p:nvPicPr>
              <p:cNvPr id="22" name="Graphic 21" descr="Female Profile with solid fill">
                <a:extLst>
                  <a:ext uri="{FF2B5EF4-FFF2-40B4-BE49-F238E27FC236}">
                    <a16:creationId xmlns:a16="http://schemas.microsoft.com/office/drawing/2014/main" id="{D691B0B3-75C1-5652-670A-6E5F1416E7E5}"/>
                  </a:ext>
                </a:extLst>
              </p:cNvPr>
              <p:cNvPicPr>
                <a:picLocks noChangeAspect="1"/>
              </p:cNvPicPr>
              <p:nvPr/>
            </p:nvPicPr>
            <p:blipFill>
              <a:blip>
                <a:extLst>
                  <a:ext uri="{96DAC541-7B7A-43D3-8B79-37D633B846F1}">
                    <asvg:svgBlip xmlns:asvg="http://schemas.microsoft.com/office/drawing/2016/SVG/main" r:embed="rId5"/>
                  </a:ext>
                </a:extLst>
              </a:blip>
              <a:stretch>
                <a:fillRect/>
              </a:stretch>
            </p:blipFill>
            <p:spPr>
              <a:xfrm>
                <a:off x="-43336" y="357260"/>
                <a:ext cx="1720121" cy="1720121"/>
              </a:xfrm>
              <a:prstGeom prst="rect">
                <a:avLst/>
              </a:prstGeom>
            </p:spPr>
          </p:pic>
          <p:pic>
            <p:nvPicPr>
              <p:cNvPr id="23" name="Graphic 22" descr="Female Profile with solid fill">
                <a:extLst>
                  <a:ext uri="{FF2B5EF4-FFF2-40B4-BE49-F238E27FC236}">
                    <a16:creationId xmlns:a16="http://schemas.microsoft.com/office/drawing/2014/main" id="{FC50DA18-ACCC-DBAA-3ADA-698CE1C8485A}"/>
                  </a:ext>
                </a:extLst>
              </p:cNvPr>
              <p:cNvPicPr>
                <a:picLocks noChangeAspect="1"/>
              </p:cNvPicPr>
              <p:nvPr/>
            </p:nvPicPr>
            <p:blipFill>
              <a:blip>
                <a:extLst>
                  <a:ext uri="{96DAC541-7B7A-43D3-8B79-37D633B846F1}">
                    <asvg:svgBlip xmlns:asvg="http://schemas.microsoft.com/office/drawing/2016/SVG/main" r:embed="rId5"/>
                  </a:ext>
                </a:extLst>
              </a:blip>
              <a:stretch>
                <a:fillRect/>
              </a:stretch>
            </p:blipFill>
            <p:spPr>
              <a:xfrm>
                <a:off x="5889968" y="357258"/>
                <a:ext cx="1720121" cy="1720121"/>
              </a:xfrm>
              <a:prstGeom prst="rect">
                <a:avLst/>
              </a:prstGeom>
            </p:spPr>
          </p:pic>
          <p:pic>
            <p:nvPicPr>
              <p:cNvPr id="24" name="Graphic 23" descr="Female Profile with solid fill">
                <a:extLst>
                  <a:ext uri="{FF2B5EF4-FFF2-40B4-BE49-F238E27FC236}">
                    <a16:creationId xmlns:a16="http://schemas.microsoft.com/office/drawing/2014/main" id="{DC1B63F3-60AA-ED8E-FBCD-F00DBC199F17}"/>
                  </a:ext>
                </a:extLst>
              </p:cNvPr>
              <p:cNvPicPr>
                <a:picLocks noChangeAspect="1"/>
              </p:cNvPicPr>
              <p:nvPr/>
            </p:nvPicPr>
            <p:blipFill>
              <a:blip>
                <a:extLst>
                  <a:ext uri="{96DAC541-7B7A-43D3-8B79-37D633B846F1}">
                    <asvg:svgBlip xmlns:asvg="http://schemas.microsoft.com/office/drawing/2016/SVG/main" r:embed="rId5"/>
                  </a:ext>
                </a:extLst>
              </a:blip>
              <a:stretch>
                <a:fillRect/>
              </a:stretch>
            </p:blipFill>
            <p:spPr>
              <a:xfrm>
                <a:off x="4714618" y="357258"/>
                <a:ext cx="1720121" cy="1720121"/>
              </a:xfrm>
              <a:prstGeom prst="rect">
                <a:avLst/>
              </a:prstGeom>
            </p:spPr>
          </p:pic>
          <p:pic>
            <p:nvPicPr>
              <p:cNvPr id="25" name="Graphic 24" descr="Female Profile with solid fill">
                <a:extLst>
                  <a:ext uri="{FF2B5EF4-FFF2-40B4-BE49-F238E27FC236}">
                    <a16:creationId xmlns:a16="http://schemas.microsoft.com/office/drawing/2014/main" id="{1AB8965F-D025-8644-1ADA-DB6D5AF12A1B}"/>
                  </a:ext>
                </a:extLst>
              </p:cNvPr>
              <p:cNvPicPr>
                <a:picLocks noChangeAspect="1"/>
              </p:cNvPicPr>
              <p:nvPr/>
            </p:nvPicPr>
            <p:blipFill>
              <a:blip>
                <a:extLst>
                  <a:ext uri="{96DAC541-7B7A-43D3-8B79-37D633B846F1}">
                    <asvg:svgBlip xmlns:asvg="http://schemas.microsoft.com/office/drawing/2016/SVG/main" r:embed="rId5"/>
                  </a:ext>
                </a:extLst>
              </a:blip>
              <a:stretch>
                <a:fillRect/>
              </a:stretch>
            </p:blipFill>
            <p:spPr>
              <a:xfrm>
                <a:off x="8266339" y="357257"/>
                <a:ext cx="1720121" cy="1720121"/>
              </a:xfrm>
              <a:prstGeom prst="rect">
                <a:avLst/>
              </a:prstGeom>
            </p:spPr>
          </p:pic>
          <p:pic>
            <p:nvPicPr>
              <p:cNvPr id="26" name="Graphic 25" descr="Female Profile with solid fill">
                <a:extLst>
                  <a:ext uri="{FF2B5EF4-FFF2-40B4-BE49-F238E27FC236}">
                    <a16:creationId xmlns:a16="http://schemas.microsoft.com/office/drawing/2014/main" id="{E181D2BF-CA98-A4FD-4357-51DE7A4011AE}"/>
                  </a:ext>
                </a:extLst>
              </p:cNvPr>
              <p:cNvPicPr>
                <a:picLocks noChangeAspect="1"/>
              </p:cNvPicPr>
              <p:nvPr/>
            </p:nvPicPr>
            <p:blipFill>
              <a:blip>
                <a:extLst>
                  <a:ext uri="{96DAC541-7B7A-43D3-8B79-37D633B846F1}">
                    <asvg:svgBlip xmlns:asvg="http://schemas.microsoft.com/office/drawing/2016/SVG/main" r:embed="rId5"/>
                  </a:ext>
                </a:extLst>
              </a:blip>
              <a:stretch>
                <a:fillRect/>
              </a:stretch>
            </p:blipFill>
            <p:spPr>
              <a:xfrm>
                <a:off x="7077341" y="357257"/>
                <a:ext cx="1720121" cy="1720121"/>
              </a:xfrm>
              <a:prstGeom prst="rect">
                <a:avLst/>
              </a:prstGeom>
            </p:spPr>
          </p:pic>
          <p:pic>
            <p:nvPicPr>
              <p:cNvPr id="27" name="Graphic 26" descr="Female Profile with solid fill">
                <a:extLst>
                  <a:ext uri="{FF2B5EF4-FFF2-40B4-BE49-F238E27FC236}">
                    <a16:creationId xmlns:a16="http://schemas.microsoft.com/office/drawing/2014/main" id="{241D7C86-759C-0CAE-327E-3D9D83A4D41A}"/>
                  </a:ext>
                </a:extLst>
              </p:cNvPr>
              <p:cNvPicPr>
                <a:picLocks noChangeAspect="1"/>
              </p:cNvPicPr>
              <p:nvPr/>
            </p:nvPicPr>
            <p:blipFill>
              <a:blip>
                <a:extLst>
                  <a:ext uri="{96DAC541-7B7A-43D3-8B79-37D633B846F1}">
                    <asvg:svgBlip xmlns:asvg="http://schemas.microsoft.com/office/drawing/2016/SVG/main" r:embed="rId5"/>
                  </a:ext>
                </a:extLst>
              </a:blip>
              <a:stretch>
                <a:fillRect/>
              </a:stretch>
            </p:blipFill>
            <p:spPr>
              <a:xfrm>
                <a:off x="10640950" y="357256"/>
                <a:ext cx="1720121" cy="1720121"/>
              </a:xfrm>
              <a:prstGeom prst="rect">
                <a:avLst/>
              </a:prstGeom>
            </p:spPr>
          </p:pic>
          <p:pic>
            <p:nvPicPr>
              <p:cNvPr id="28" name="Graphic 27" descr="Female Profile with solid fill">
                <a:extLst>
                  <a:ext uri="{FF2B5EF4-FFF2-40B4-BE49-F238E27FC236}">
                    <a16:creationId xmlns:a16="http://schemas.microsoft.com/office/drawing/2014/main" id="{E2456673-3D4B-0711-28EB-301A7DE85BE4}"/>
                  </a:ext>
                </a:extLst>
              </p:cNvPr>
              <p:cNvPicPr>
                <a:picLocks noChangeAspect="1"/>
              </p:cNvPicPr>
              <p:nvPr/>
            </p:nvPicPr>
            <p:blipFill>
              <a:blip>
                <a:extLst>
                  <a:ext uri="{96DAC541-7B7A-43D3-8B79-37D633B846F1}">
                    <asvg:svgBlip xmlns:asvg="http://schemas.microsoft.com/office/drawing/2016/SVG/main" r:embed="rId5"/>
                  </a:ext>
                </a:extLst>
              </a:blip>
              <a:stretch>
                <a:fillRect/>
              </a:stretch>
            </p:blipFill>
            <p:spPr>
              <a:xfrm>
                <a:off x="9451952" y="357256"/>
                <a:ext cx="1720121" cy="1720121"/>
              </a:xfrm>
              <a:prstGeom prst="rect">
                <a:avLst/>
              </a:prstGeom>
            </p:spPr>
          </p:pic>
        </p:grpSp>
      </p:grpSp>
      <p:grpSp>
        <p:nvGrpSpPr>
          <p:cNvPr id="70" name="Group 69">
            <a:extLst>
              <a:ext uri="{FF2B5EF4-FFF2-40B4-BE49-F238E27FC236}">
                <a16:creationId xmlns:a16="http://schemas.microsoft.com/office/drawing/2014/main" id="{E6094EA6-3674-19E3-7981-30310E993008}"/>
              </a:ext>
            </a:extLst>
          </p:cNvPr>
          <p:cNvGrpSpPr/>
          <p:nvPr/>
        </p:nvGrpSpPr>
        <p:grpSpPr>
          <a:xfrm>
            <a:off x="6328" y="4689491"/>
            <a:ext cx="12444979" cy="1830666"/>
            <a:chOff x="25795" y="4422493"/>
            <a:chExt cx="12444979" cy="1830666"/>
          </a:xfrm>
        </p:grpSpPr>
        <p:sp>
          <p:nvSpPr>
            <p:cNvPr id="71" name="Rounded Rectangle 70">
              <a:extLst>
                <a:ext uri="{FF2B5EF4-FFF2-40B4-BE49-F238E27FC236}">
                  <a16:creationId xmlns:a16="http://schemas.microsoft.com/office/drawing/2014/main" id="{3AE6FA8D-2EBE-6184-36DA-B72E6C26B72C}"/>
                </a:ext>
              </a:extLst>
            </p:cNvPr>
            <p:cNvSpPr/>
            <p:nvPr/>
          </p:nvSpPr>
          <p:spPr>
            <a:xfrm>
              <a:off x="1484787" y="4422493"/>
              <a:ext cx="2340000" cy="1830666"/>
            </a:xfrm>
            <a:prstGeom prst="roundRect">
              <a:avLst>
                <a:gd name="adj" fmla="val 11754"/>
              </a:avLst>
            </a:prstGeom>
            <a:solidFill>
              <a:schemeClr val="accent2">
                <a:lumMod val="20000"/>
                <a:lumOff val="80000"/>
                <a:alpha val="60000"/>
              </a:schemeClr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NO"/>
            </a:p>
          </p:txBody>
        </p:sp>
        <p:grpSp>
          <p:nvGrpSpPr>
            <p:cNvPr id="72" name="Group 71">
              <a:extLst>
                <a:ext uri="{FF2B5EF4-FFF2-40B4-BE49-F238E27FC236}">
                  <a16:creationId xmlns:a16="http://schemas.microsoft.com/office/drawing/2014/main" id="{19EA0A10-6B1B-0918-AB25-1BCDCA8F6226}"/>
                </a:ext>
              </a:extLst>
            </p:cNvPr>
            <p:cNvGrpSpPr/>
            <p:nvPr/>
          </p:nvGrpSpPr>
          <p:grpSpPr>
            <a:xfrm>
              <a:off x="25795" y="4422493"/>
              <a:ext cx="12444979" cy="1780819"/>
              <a:chOff x="-117019" y="4132267"/>
              <a:chExt cx="12444979" cy="1780819"/>
            </a:xfrm>
          </p:grpSpPr>
          <p:grpSp>
            <p:nvGrpSpPr>
              <p:cNvPr id="73" name="Group 72">
                <a:extLst>
                  <a:ext uri="{FF2B5EF4-FFF2-40B4-BE49-F238E27FC236}">
                    <a16:creationId xmlns:a16="http://schemas.microsoft.com/office/drawing/2014/main" id="{01C31B7D-B7D6-DEBE-2A4E-AE5530F50A2B}"/>
                  </a:ext>
                </a:extLst>
              </p:cNvPr>
              <p:cNvGrpSpPr/>
              <p:nvPr/>
            </p:nvGrpSpPr>
            <p:grpSpPr>
              <a:xfrm>
                <a:off x="204107" y="5647329"/>
                <a:ext cx="11782631" cy="265757"/>
                <a:chOff x="266700" y="1866900"/>
                <a:chExt cx="11782631" cy="265757"/>
              </a:xfrm>
            </p:grpSpPr>
            <p:sp>
              <p:nvSpPr>
                <p:cNvPr id="84" name="TextBox 83">
                  <a:extLst>
                    <a:ext uri="{FF2B5EF4-FFF2-40B4-BE49-F238E27FC236}">
                      <a16:creationId xmlns:a16="http://schemas.microsoft.com/office/drawing/2014/main" id="{DAD5917E-ECDB-B097-FA58-9B15BAFF94E6}"/>
                    </a:ext>
                  </a:extLst>
                </p:cNvPr>
                <p:cNvSpPr txBox="1"/>
                <p:nvPr/>
              </p:nvSpPr>
              <p:spPr>
                <a:xfrm>
                  <a:off x="266700" y="1866900"/>
                  <a:ext cx="1130300" cy="261610"/>
                </a:xfrm>
                <a:prstGeom prst="rect">
                  <a:avLst/>
                </a:prstGeom>
                <a:noFill/>
              </p:spPr>
              <p:txBody>
                <a:bodyPr wrap="square" rtlCol="0">
                  <a:spAutoFit/>
                </a:bodyPr>
                <a:lstStyle/>
                <a:p>
                  <a:pPr algn="ctr"/>
                  <a:r>
                    <a:rPr lang="en-NO" sz="1100" dirty="0">
                      <a:solidFill>
                        <a:schemeClr val="bg2">
                          <a:lumMod val="50000"/>
                        </a:schemeClr>
                      </a:solidFill>
                    </a:rPr>
                    <a:t>1</a:t>
                  </a:r>
                </a:p>
              </p:txBody>
            </p:sp>
            <p:sp>
              <p:nvSpPr>
                <p:cNvPr id="85" name="TextBox 84">
                  <a:extLst>
                    <a:ext uri="{FF2B5EF4-FFF2-40B4-BE49-F238E27FC236}">
                      <a16:creationId xmlns:a16="http://schemas.microsoft.com/office/drawing/2014/main" id="{63BF198B-5226-8894-5DA9-D8C65110ACD4}"/>
                    </a:ext>
                  </a:extLst>
                </p:cNvPr>
                <p:cNvSpPr txBox="1"/>
                <p:nvPr/>
              </p:nvSpPr>
              <p:spPr>
                <a:xfrm>
                  <a:off x="1455228" y="1866900"/>
                  <a:ext cx="1130300" cy="261610"/>
                </a:xfrm>
                <a:prstGeom prst="rect">
                  <a:avLst/>
                </a:prstGeom>
                <a:noFill/>
              </p:spPr>
              <p:txBody>
                <a:bodyPr wrap="square" rtlCol="0">
                  <a:spAutoFit/>
                </a:bodyPr>
                <a:lstStyle/>
                <a:p>
                  <a:pPr algn="ctr"/>
                  <a:r>
                    <a:rPr lang="en-NO" sz="1100" dirty="0">
                      <a:solidFill>
                        <a:schemeClr val="bg2">
                          <a:lumMod val="50000"/>
                        </a:schemeClr>
                      </a:solidFill>
                    </a:rPr>
                    <a:t>2</a:t>
                  </a:r>
                </a:p>
              </p:txBody>
            </p:sp>
            <p:sp>
              <p:nvSpPr>
                <p:cNvPr id="86" name="TextBox 85">
                  <a:extLst>
                    <a:ext uri="{FF2B5EF4-FFF2-40B4-BE49-F238E27FC236}">
                      <a16:creationId xmlns:a16="http://schemas.microsoft.com/office/drawing/2014/main" id="{B8C63E0A-D663-C504-F784-19C83BFCBE5D}"/>
                    </a:ext>
                  </a:extLst>
                </p:cNvPr>
                <p:cNvSpPr txBox="1"/>
                <p:nvPr/>
              </p:nvSpPr>
              <p:spPr>
                <a:xfrm>
                  <a:off x="2642599" y="1871047"/>
                  <a:ext cx="1130300" cy="261610"/>
                </a:xfrm>
                <a:prstGeom prst="rect">
                  <a:avLst/>
                </a:prstGeom>
                <a:noFill/>
              </p:spPr>
              <p:txBody>
                <a:bodyPr wrap="square" rtlCol="0">
                  <a:spAutoFit/>
                </a:bodyPr>
                <a:lstStyle/>
                <a:p>
                  <a:pPr algn="ctr"/>
                  <a:r>
                    <a:rPr lang="en-NO" sz="1100" dirty="0">
                      <a:solidFill>
                        <a:schemeClr val="bg2">
                          <a:lumMod val="50000"/>
                        </a:schemeClr>
                      </a:solidFill>
                    </a:rPr>
                    <a:t>3</a:t>
                  </a:r>
                </a:p>
              </p:txBody>
            </p:sp>
            <p:sp>
              <p:nvSpPr>
                <p:cNvPr id="87" name="TextBox 86">
                  <a:extLst>
                    <a:ext uri="{FF2B5EF4-FFF2-40B4-BE49-F238E27FC236}">
                      <a16:creationId xmlns:a16="http://schemas.microsoft.com/office/drawing/2014/main" id="{A2CB0C29-3135-C2E4-19BB-61EBB36E7DA3}"/>
                    </a:ext>
                  </a:extLst>
                </p:cNvPr>
                <p:cNvSpPr txBox="1"/>
                <p:nvPr/>
              </p:nvSpPr>
              <p:spPr>
                <a:xfrm>
                  <a:off x="3826063" y="1866900"/>
                  <a:ext cx="1130300" cy="261610"/>
                </a:xfrm>
                <a:prstGeom prst="rect">
                  <a:avLst/>
                </a:prstGeom>
                <a:noFill/>
              </p:spPr>
              <p:txBody>
                <a:bodyPr wrap="square" rtlCol="0">
                  <a:spAutoFit/>
                </a:bodyPr>
                <a:lstStyle/>
                <a:p>
                  <a:pPr algn="ctr"/>
                  <a:r>
                    <a:rPr lang="en-NO" sz="1100" dirty="0">
                      <a:solidFill>
                        <a:schemeClr val="bg2">
                          <a:lumMod val="50000"/>
                        </a:schemeClr>
                      </a:solidFill>
                    </a:rPr>
                    <a:t>4</a:t>
                  </a:r>
                </a:p>
              </p:txBody>
            </p:sp>
            <p:sp>
              <p:nvSpPr>
                <p:cNvPr id="88" name="TextBox 87">
                  <a:extLst>
                    <a:ext uri="{FF2B5EF4-FFF2-40B4-BE49-F238E27FC236}">
                      <a16:creationId xmlns:a16="http://schemas.microsoft.com/office/drawing/2014/main" id="{97A115B0-A289-FB48-425F-DA2A0FA5CBB6}"/>
                    </a:ext>
                  </a:extLst>
                </p:cNvPr>
                <p:cNvSpPr txBox="1"/>
                <p:nvPr/>
              </p:nvSpPr>
              <p:spPr>
                <a:xfrm>
                  <a:off x="5001712" y="1866900"/>
                  <a:ext cx="1130300" cy="261610"/>
                </a:xfrm>
                <a:prstGeom prst="rect">
                  <a:avLst/>
                </a:prstGeom>
                <a:noFill/>
              </p:spPr>
              <p:txBody>
                <a:bodyPr wrap="square" rtlCol="0">
                  <a:spAutoFit/>
                </a:bodyPr>
                <a:lstStyle/>
                <a:p>
                  <a:pPr algn="ctr"/>
                  <a:r>
                    <a:rPr lang="en-NO" sz="1100" dirty="0">
                      <a:solidFill>
                        <a:schemeClr val="bg2">
                          <a:lumMod val="50000"/>
                        </a:schemeClr>
                      </a:solidFill>
                    </a:rPr>
                    <a:t>5</a:t>
                  </a:r>
                </a:p>
              </p:txBody>
            </p:sp>
            <p:sp>
              <p:nvSpPr>
                <p:cNvPr id="89" name="TextBox 88">
                  <a:extLst>
                    <a:ext uri="{FF2B5EF4-FFF2-40B4-BE49-F238E27FC236}">
                      <a16:creationId xmlns:a16="http://schemas.microsoft.com/office/drawing/2014/main" id="{FC62C04A-5B57-6A86-F670-5EEEB8A468B6}"/>
                    </a:ext>
                  </a:extLst>
                </p:cNvPr>
                <p:cNvSpPr txBox="1"/>
                <p:nvPr/>
              </p:nvSpPr>
              <p:spPr>
                <a:xfrm>
                  <a:off x="6185175" y="1866900"/>
                  <a:ext cx="1130300" cy="261610"/>
                </a:xfrm>
                <a:prstGeom prst="rect">
                  <a:avLst/>
                </a:prstGeom>
                <a:noFill/>
              </p:spPr>
              <p:txBody>
                <a:bodyPr wrap="square" rtlCol="0">
                  <a:spAutoFit/>
                </a:bodyPr>
                <a:lstStyle/>
                <a:p>
                  <a:pPr algn="ctr"/>
                  <a:r>
                    <a:rPr lang="en-NO" sz="1100" dirty="0">
                      <a:solidFill>
                        <a:schemeClr val="bg2">
                          <a:lumMod val="50000"/>
                        </a:schemeClr>
                      </a:solidFill>
                    </a:rPr>
                    <a:t>6</a:t>
                  </a:r>
                </a:p>
              </p:txBody>
            </p:sp>
            <p:sp>
              <p:nvSpPr>
                <p:cNvPr id="90" name="TextBox 89">
                  <a:extLst>
                    <a:ext uri="{FF2B5EF4-FFF2-40B4-BE49-F238E27FC236}">
                      <a16:creationId xmlns:a16="http://schemas.microsoft.com/office/drawing/2014/main" id="{D7C4AD3B-A76B-DB82-2C67-E29C3F8624B9}"/>
                    </a:ext>
                  </a:extLst>
                </p:cNvPr>
                <p:cNvSpPr txBox="1"/>
                <p:nvPr/>
              </p:nvSpPr>
              <p:spPr>
                <a:xfrm>
                  <a:off x="7368641" y="1866900"/>
                  <a:ext cx="1130300" cy="261610"/>
                </a:xfrm>
                <a:prstGeom prst="rect">
                  <a:avLst/>
                </a:prstGeom>
                <a:noFill/>
              </p:spPr>
              <p:txBody>
                <a:bodyPr wrap="square" rtlCol="0">
                  <a:spAutoFit/>
                </a:bodyPr>
                <a:lstStyle/>
                <a:p>
                  <a:pPr algn="ctr"/>
                  <a:r>
                    <a:rPr lang="en-NO" sz="1100" dirty="0">
                      <a:solidFill>
                        <a:schemeClr val="bg2">
                          <a:lumMod val="50000"/>
                        </a:schemeClr>
                      </a:solidFill>
                    </a:rPr>
                    <a:t>7</a:t>
                  </a:r>
                </a:p>
              </p:txBody>
            </p:sp>
            <p:sp>
              <p:nvSpPr>
                <p:cNvPr id="91" name="TextBox 90">
                  <a:extLst>
                    <a:ext uri="{FF2B5EF4-FFF2-40B4-BE49-F238E27FC236}">
                      <a16:creationId xmlns:a16="http://schemas.microsoft.com/office/drawing/2014/main" id="{DF3CD488-C07E-02A8-BA32-5F47A4E38943}"/>
                    </a:ext>
                  </a:extLst>
                </p:cNvPr>
                <p:cNvSpPr txBox="1"/>
                <p:nvPr/>
              </p:nvSpPr>
              <p:spPr>
                <a:xfrm>
                  <a:off x="8552103" y="1866900"/>
                  <a:ext cx="1130300" cy="261610"/>
                </a:xfrm>
                <a:prstGeom prst="rect">
                  <a:avLst/>
                </a:prstGeom>
                <a:noFill/>
              </p:spPr>
              <p:txBody>
                <a:bodyPr wrap="square" rtlCol="0">
                  <a:spAutoFit/>
                </a:bodyPr>
                <a:lstStyle/>
                <a:p>
                  <a:pPr algn="ctr"/>
                  <a:r>
                    <a:rPr lang="en-NO" sz="1100" dirty="0">
                      <a:solidFill>
                        <a:schemeClr val="bg2">
                          <a:lumMod val="50000"/>
                        </a:schemeClr>
                      </a:solidFill>
                    </a:rPr>
                    <a:t>8</a:t>
                  </a:r>
                </a:p>
              </p:txBody>
            </p:sp>
            <p:sp>
              <p:nvSpPr>
                <p:cNvPr id="92" name="TextBox 91">
                  <a:extLst>
                    <a:ext uri="{FF2B5EF4-FFF2-40B4-BE49-F238E27FC236}">
                      <a16:creationId xmlns:a16="http://schemas.microsoft.com/office/drawing/2014/main" id="{4A5828D0-DE97-B54D-D999-16179DBDDFAF}"/>
                    </a:ext>
                  </a:extLst>
                </p:cNvPr>
                <p:cNvSpPr txBox="1"/>
                <p:nvPr/>
              </p:nvSpPr>
              <p:spPr>
                <a:xfrm>
                  <a:off x="9735567" y="1866900"/>
                  <a:ext cx="1130300" cy="261610"/>
                </a:xfrm>
                <a:prstGeom prst="rect">
                  <a:avLst/>
                </a:prstGeom>
                <a:noFill/>
              </p:spPr>
              <p:txBody>
                <a:bodyPr wrap="square" rtlCol="0">
                  <a:spAutoFit/>
                </a:bodyPr>
                <a:lstStyle/>
                <a:p>
                  <a:pPr algn="ctr"/>
                  <a:r>
                    <a:rPr lang="en-NO" sz="1100" dirty="0">
                      <a:solidFill>
                        <a:schemeClr val="bg2">
                          <a:lumMod val="50000"/>
                        </a:schemeClr>
                      </a:solidFill>
                    </a:rPr>
                    <a:t>9</a:t>
                  </a:r>
                </a:p>
              </p:txBody>
            </p:sp>
            <p:sp>
              <p:nvSpPr>
                <p:cNvPr id="93" name="TextBox 92">
                  <a:extLst>
                    <a:ext uri="{FF2B5EF4-FFF2-40B4-BE49-F238E27FC236}">
                      <a16:creationId xmlns:a16="http://schemas.microsoft.com/office/drawing/2014/main" id="{2A7EA118-5DFE-5376-673E-63D9F412C807}"/>
                    </a:ext>
                  </a:extLst>
                </p:cNvPr>
                <p:cNvSpPr txBox="1"/>
                <p:nvPr/>
              </p:nvSpPr>
              <p:spPr>
                <a:xfrm>
                  <a:off x="10919031" y="1866900"/>
                  <a:ext cx="1130300" cy="261610"/>
                </a:xfrm>
                <a:prstGeom prst="rect">
                  <a:avLst/>
                </a:prstGeom>
                <a:noFill/>
              </p:spPr>
              <p:txBody>
                <a:bodyPr wrap="square" rtlCol="0">
                  <a:spAutoFit/>
                </a:bodyPr>
                <a:lstStyle/>
                <a:p>
                  <a:pPr algn="ctr"/>
                  <a:r>
                    <a:rPr lang="en-NO" sz="1100" dirty="0">
                      <a:solidFill>
                        <a:schemeClr val="bg2">
                          <a:lumMod val="50000"/>
                        </a:schemeClr>
                      </a:solidFill>
                    </a:rPr>
                    <a:t>10</a:t>
                  </a:r>
                </a:p>
              </p:txBody>
            </p:sp>
          </p:grpSp>
          <p:pic>
            <p:nvPicPr>
              <p:cNvPr id="74" name="Graphic 73" descr="User with solid fill">
                <a:extLst>
                  <a:ext uri="{FF2B5EF4-FFF2-40B4-BE49-F238E27FC236}">
                    <a16:creationId xmlns:a16="http://schemas.microsoft.com/office/drawing/2014/main" id="{EA1D189B-E42E-06FF-AE3F-704F1A47144C}"/>
                  </a:ext>
                </a:extLst>
              </p:cNvPr>
              <p:cNvPicPr>
                <a:picLocks noChangeAspect="1"/>
              </p:cNvPicPr>
              <p:nvPr/>
            </p:nvPicPr>
            <p:blipFill>
              <a:blip>
                <a:extLst>
                  <a:ext uri="{96DAC541-7B7A-43D3-8B79-37D633B846F1}">
                    <asvg:svgBlip xmlns:asvg="http://schemas.microsoft.com/office/drawing/2016/SVG/main" r:embed="rId8"/>
                  </a:ext>
                </a:extLst>
              </a:blip>
              <a:stretch>
                <a:fillRect/>
              </a:stretch>
            </p:blipFill>
            <p:spPr>
              <a:xfrm>
                <a:off x="4643869" y="4133608"/>
                <a:ext cx="1720800" cy="1720800"/>
              </a:xfrm>
              <a:prstGeom prst="rect">
                <a:avLst/>
              </a:prstGeom>
            </p:spPr>
          </p:pic>
          <p:pic>
            <p:nvPicPr>
              <p:cNvPr id="75" name="Graphic 74" descr="User with solid fill">
                <a:extLst>
                  <a:ext uri="{FF2B5EF4-FFF2-40B4-BE49-F238E27FC236}">
                    <a16:creationId xmlns:a16="http://schemas.microsoft.com/office/drawing/2014/main" id="{C5F35EE2-2707-DB92-FD0B-B745701DE399}"/>
                  </a:ext>
                </a:extLst>
              </p:cNvPr>
              <p:cNvPicPr>
                <a:picLocks noChangeAspect="1"/>
              </p:cNvPicPr>
              <p:nvPr/>
            </p:nvPicPr>
            <p:blipFill>
              <a:blip>
                <a:extLst>
                  <a:ext uri="{96DAC541-7B7A-43D3-8B79-37D633B846F1}">
                    <asvg:svgBlip xmlns:asvg="http://schemas.microsoft.com/office/drawing/2016/SVG/main" r:embed="rId8"/>
                  </a:ext>
                </a:extLst>
              </a:blip>
              <a:stretch>
                <a:fillRect/>
              </a:stretch>
            </p:blipFill>
            <p:spPr>
              <a:xfrm>
                <a:off x="3446415" y="4133547"/>
                <a:ext cx="1720800" cy="1720800"/>
              </a:xfrm>
              <a:prstGeom prst="rect">
                <a:avLst/>
              </a:prstGeom>
            </p:spPr>
          </p:pic>
          <p:pic>
            <p:nvPicPr>
              <p:cNvPr id="76" name="Graphic 75" descr="User with solid fill">
                <a:extLst>
                  <a:ext uri="{FF2B5EF4-FFF2-40B4-BE49-F238E27FC236}">
                    <a16:creationId xmlns:a16="http://schemas.microsoft.com/office/drawing/2014/main" id="{798F3407-EC56-0644-A889-D06AB5C7B0AB}"/>
                  </a:ext>
                </a:extLst>
              </p:cNvPr>
              <p:cNvPicPr>
                <a:picLocks noChangeAspect="1"/>
              </p:cNvPicPr>
              <p:nvPr/>
            </p:nvPicPr>
            <p:blipFill>
              <a:blip>
                <a:extLst>
                  <a:ext uri="{96DAC541-7B7A-43D3-8B79-37D633B846F1}">
                    <asvg:svgBlip xmlns:asvg="http://schemas.microsoft.com/office/drawing/2016/SVG/main" r:embed="rId9"/>
                  </a:ext>
                </a:extLst>
              </a:blip>
              <a:stretch>
                <a:fillRect/>
              </a:stretch>
            </p:blipFill>
            <p:spPr>
              <a:xfrm>
                <a:off x="2266167" y="4132267"/>
                <a:ext cx="1720800" cy="1720800"/>
              </a:xfrm>
              <a:prstGeom prst="rect">
                <a:avLst/>
              </a:prstGeom>
            </p:spPr>
          </p:pic>
          <p:pic>
            <p:nvPicPr>
              <p:cNvPr id="77" name="Graphic 76" descr="User with solid fill">
                <a:extLst>
                  <a:ext uri="{FF2B5EF4-FFF2-40B4-BE49-F238E27FC236}">
                    <a16:creationId xmlns:a16="http://schemas.microsoft.com/office/drawing/2014/main" id="{5C484E65-0D51-D523-28F0-AF285BD50E28}"/>
                  </a:ext>
                </a:extLst>
              </p:cNvPr>
              <p:cNvPicPr>
                <a:picLocks noChangeAspect="1"/>
              </p:cNvPicPr>
              <p:nvPr/>
            </p:nvPicPr>
            <p:blipFill>
              <a:blip>
                <a:extLst>
                  <a:ext uri="{96DAC541-7B7A-43D3-8B79-37D633B846F1}">
                    <asvg:svgBlip xmlns:asvg="http://schemas.microsoft.com/office/drawing/2016/SVG/main" r:embed="rId10"/>
                  </a:ext>
                </a:extLst>
              </a:blip>
              <a:stretch>
                <a:fillRect/>
              </a:stretch>
            </p:blipFill>
            <p:spPr>
              <a:xfrm>
                <a:off x="1072795" y="4133608"/>
                <a:ext cx="1720800" cy="1720800"/>
              </a:xfrm>
              <a:prstGeom prst="rect">
                <a:avLst/>
              </a:prstGeom>
            </p:spPr>
          </p:pic>
          <p:pic>
            <p:nvPicPr>
              <p:cNvPr id="78" name="Graphic 77" descr="User with solid fill">
                <a:extLst>
                  <a:ext uri="{FF2B5EF4-FFF2-40B4-BE49-F238E27FC236}">
                    <a16:creationId xmlns:a16="http://schemas.microsoft.com/office/drawing/2014/main" id="{E479F814-7783-3223-DC62-DE31BDC69771}"/>
                  </a:ext>
                </a:extLst>
              </p:cNvPr>
              <p:cNvPicPr>
                <a:picLocks noChangeAspect="1"/>
              </p:cNvPicPr>
              <p:nvPr/>
            </p:nvPicPr>
            <p:blipFill>
              <a:blip>
                <a:extLst>
                  <a:ext uri="{96DAC541-7B7A-43D3-8B79-37D633B846F1}">
                    <asvg:svgBlip xmlns:asvg="http://schemas.microsoft.com/office/drawing/2016/SVG/main" r:embed="rId8"/>
                  </a:ext>
                </a:extLst>
              </a:blip>
              <a:stretch>
                <a:fillRect/>
              </a:stretch>
            </p:blipFill>
            <p:spPr>
              <a:xfrm>
                <a:off x="-117019" y="4133547"/>
                <a:ext cx="1720800" cy="1720800"/>
              </a:xfrm>
              <a:prstGeom prst="rect">
                <a:avLst/>
              </a:prstGeom>
            </p:spPr>
          </p:pic>
          <p:pic>
            <p:nvPicPr>
              <p:cNvPr id="79" name="Graphic 78" descr="User with solid fill">
                <a:extLst>
                  <a:ext uri="{FF2B5EF4-FFF2-40B4-BE49-F238E27FC236}">
                    <a16:creationId xmlns:a16="http://schemas.microsoft.com/office/drawing/2014/main" id="{8B97968D-251C-8310-F0DC-404645F06494}"/>
                  </a:ext>
                </a:extLst>
              </p:cNvPr>
              <p:cNvPicPr>
                <a:picLocks noChangeAspect="1"/>
              </p:cNvPicPr>
              <p:nvPr/>
            </p:nvPicPr>
            <p:blipFill>
              <a:blip>
                <a:extLst>
                  <a:ext uri="{96DAC541-7B7A-43D3-8B79-37D633B846F1}">
                    <asvg:svgBlip xmlns:asvg="http://schemas.microsoft.com/office/drawing/2016/SVG/main" r:embed="rId8"/>
                  </a:ext>
                </a:extLst>
              </a:blip>
              <a:stretch>
                <a:fillRect/>
              </a:stretch>
            </p:blipFill>
            <p:spPr>
              <a:xfrm>
                <a:off x="10607160" y="4137690"/>
                <a:ext cx="1720800" cy="1720800"/>
              </a:xfrm>
              <a:prstGeom prst="rect">
                <a:avLst/>
              </a:prstGeom>
            </p:spPr>
          </p:pic>
          <p:pic>
            <p:nvPicPr>
              <p:cNvPr id="80" name="Graphic 79" descr="User with solid fill">
                <a:extLst>
                  <a:ext uri="{FF2B5EF4-FFF2-40B4-BE49-F238E27FC236}">
                    <a16:creationId xmlns:a16="http://schemas.microsoft.com/office/drawing/2014/main" id="{2D474775-30C7-853A-BD9D-35C71B44B7D6}"/>
                  </a:ext>
                </a:extLst>
              </p:cNvPr>
              <p:cNvPicPr>
                <a:picLocks noChangeAspect="1"/>
              </p:cNvPicPr>
              <p:nvPr/>
            </p:nvPicPr>
            <p:blipFill>
              <a:blip>
                <a:extLst>
                  <a:ext uri="{96DAC541-7B7A-43D3-8B79-37D633B846F1}">
                    <asvg:svgBlip xmlns:asvg="http://schemas.microsoft.com/office/drawing/2016/SVG/main" r:embed="rId8"/>
                  </a:ext>
                </a:extLst>
              </a:blip>
              <a:stretch>
                <a:fillRect/>
              </a:stretch>
            </p:blipFill>
            <p:spPr>
              <a:xfrm>
                <a:off x="9409706" y="4133547"/>
                <a:ext cx="1720800" cy="1720800"/>
              </a:xfrm>
              <a:prstGeom prst="rect">
                <a:avLst/>
              </a:prstGeom>
            </p:spPr>
          </p:pic>
          <p:pic>
            <p:nvPicPr>
              <p:cNvPr id="81" name="Graphic 80" descr="User with solid fill">
                <a:extLst>
                  <a:ext uri="{FF2B5EF4-FFF2-40B4-BE49-F238E27FC236}">
                    <a16:creationId xmlns:a16="http://schemas.microsoft.com/office/drawing/2014/main" id="{9F892EFF-16D9-AC38-BC23-EC2B1A066C2E}"/>
                  </a:ext>
                </a:extLst>
              </p:cNvPr>
              <p:cNvPicPr>
                <a:picLocks noChangeAspect="1"/>
              </p:cNvPicPr>
              <p:nvPr/>
            </p:nvPicPr>
            <p:blipFill>
              <a:blip>
                <a:extLst>
                  <a:ext uri="{96DAC541-7B7A-43D3-8B79-37D633B846F1}">
                    <asvg:svgBlip xmlns:asvg="http://schemas.microsoft.com/office/drawing/2016/SVG/main" r:embed="rId8"/>
                  </a:ext>
                </a:extLst>
              </a:blip>
              <a:stretch>
                <a:fillRect/>
              </a:stretch>
            </p:blipFill>
            <p:spPr>
              <a:xfrm>
                <a:off x="8233540" y="4137629"/>
                <a:ext cx="1720800" cy="1720800"/>
              </a:xfrm>
              <a:prstGeom prst="rect">
                <a:avLst/>
              </a:prstGeom>
            </p:spPr>
          </p:pic>
          <p:pic>
            <p:nvPicPr>
              <p:cNvPr id="82" name="Graphic 81" descr="User with solid fill">
                <a:extLst>
                  <a:ext uri="{FF2B5EF4-FFF2-40B4-BE49-F238E27FC236}">
                    <a16:creationId xmlns:a16="http://schemas.microsoft.com/office/drawing/2014/main" id="{5BE28A90-D094-CEE3-0B52-E3826AA30F14}"/>
                  </a:ext>
                </a:extLst>
              </p:cNvPr>
              <p:cNvPicPr>
                <a:picLocks noChangeAspect="1"/>
              </p:cNvPicPr>
              <p:nvPr/>
            </p:nvPicPr>
            <p:blipFill>
              <a:blip>
                <a:extLst>
                  <a:ext uri="{96DAC541-7B7A-43D3-8B79-37D633B846F1}">
                    <asvg:svgBlip xmlns:asvg="http://schemas.microsoft.com/office/drawing/2016/SVG/main" r:embed="rId8"/>
                  </a:ext>
                </a:extLst>
              </a:blip>
              <a:stretch>
                <a:fillRect/>
              </a:stretch>
            </p:blipFill>
            <p:spPr>
              <a:xfrm>
                <a:off x="7036086" y="4137690"/>
                <a:ext cx="1720800" cy="1720800"/>
              </a:xfrm>
              <a:prstGeom prst="rect">
                <a:avLst/>
              </a:prstGeom>
            </p:spPr>
          </p:pic>
          <p:pic>
            <p:nvPicPr>
              <p:cNvPr id="83" name="Graphic 82" descr="User with solid fill">
                <a:extLst>
                  <a:ext uri="{FF2B5EF4-FFF2-40B4-BE49-F238E27FC236}">
                    <a16:creationId xmlns:a16="http://schemas.microsoft.com/office/drawing/2014/main" id="{1A4D99BE-9BC4-1154-EB0B-85AD78CA6A43}"/>
                  </a:ext>
                </a:extLst>
              </p:cNvPr>
              <p:cNvPicPr>
                <a:picLocks noChangeAspect="1"/>
              </p:cNvPicPr>
              <p:nvPr/>
            </p:nvPicPr>
            <p:blipFill>
              <a:blip>
                <a:extLst>
                  <a:ext uri="{96DAC541-7B7A-43D3-8B79-37D633B846F1}">
                    <asvg:svgBlip xmlns:asvg="http://schemas.microsoft.com/office/drawing/2016/SVG/main" r:embed="rId8"/>
                  </a:ext>
                </a:extLst>
              </a:blip>
              <a:stretch>
                <a:fillRect/>
              </a:stretch>
            </p:blipFill>
            <p:spPr>
              <a:xfrm>
                <a:off x="5846272" y="4132267"/>
                <a:ext cx="1720800" cy="1720800"/>
              </a:xfrm>
              <a:prstGeom prst="rect">
                <a:avLst/>
              </a:prstGeom>
            </p:spPr>
          </p:pic>
        </p:grpSp>
      </p:grpSp>
    </p:spTree>
    <p:extLst>
      <p:ext uri="{BB962C8B-B14F-4D97-AF65-F5344CB8AC3E}">
        <p14:creationId xmlns:p14="http://schemas.microsoft.com/office/powerpoint/2010/main" val="3718056813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2706</TotalTime>
  <Words>240</Words>
  <Application>Microsoft Macintosh PowerPoint</Application>
  <PresentationFormat>Widescreen</PresentationFormat>
  <Paragraphs>240</Paragraphs>
  <Slides>9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3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9</vt:i4>
      </vt:variant>
    </vt:vector>
  </HeadingPairs>
  <TitlesOfParts>
    <vt:vector size="13" baseType="lpstr">
      <vt:lpstr>Aptos</vt:lpstr>
      <vt:lpstr>Aptos Display</vt:lpstr>
      <vt:lpstr>Arial</vt:lpstr>
      <vt:lpstr>Office Theme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Ethan Connor O’Leary</dc:creator>
  <cp:lastModifiedBy>Ethan Connor O’Leary</cp:lastModifiedBy>
  <cp:revision>1</cp:revision>
  <dcterms:created xsi:type="dcterms:W3CDTF">2026-07-21T10:10:40Z</dcterms:created>
  <dcterms:modified xsi:type="dcterms:W3CDTF">2026-07-23T07:16:57Z</dcterms:modified>
</cp:coreProperties>
</file>