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16A42-DCC8-18AF-0D52-6B11596B2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74160-5D2E-DDA8-F463-269AEA4A4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16866-04E0-2A2B-E0AD-948E99F6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9BFEF-0AC7-F32A-019B-E5B89507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80ED-1772-A59B-707F-83AA6DCE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6641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EFDC-D7CC-3B51-1CE3-C05FFA08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8D1BE-0034-F268-BEBB-E99D59F18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70F3E-5F81-F5C5-7057-91A319F0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5E313-C834-1884-F838-51977070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DD781-93C2-D78A-98CD-23089B31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0169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19363-6589-76BD-62AE-B6A527B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DC363-E024-F59D-07DD-0AAEFE48C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2097B-D867-5A12-4212-BE3DF13D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90331-C9E4-7476-1E63-2BED77DF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57320-AF0D-F9BD-DEE4-896A6108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0517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8AB1-CECA-8E68-257D-589AA057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7211E-BA3A-B497-3384-92661E9D4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7C3A5-81DB-6F9C-A4AE-C0D5C9A00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A6B62-FFA6-D424-96A6-A6BB126B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59F6-7EC4-5BD5-A9F2-05F822AB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D8079-D1C4-1DE8-0698-9CFB96B0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28131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FA5C-3973-F350-B8B0-B3FBFD713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E15D5-6D9F-E4BE-9EF7-2B57FDF19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E9725-C4C3-75E8-84C6-8745D95FC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8AFA0-4114-8AC4-5341-5854DF27B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C97CD-5057-1248-6841-AF65E2049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45E9A-5293-CBE9-18F8-568D32BB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BFAE7-8165-30D2-EAAA-E384D9DB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D98A5-1992-8724-B91C-C0DE0AC8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2725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E2CA-B0D0-0AE2-32DA-12B2667F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85CE9-9203-C66B-AC86-0E8E19AC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34C39-DF33-E71D-1F46-1F41ECBCF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3517A-8087-EF25-0A95-E96598DE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58349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0AAE6-DDA9-B201-B163-08767650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0871C-90EA-4C73-06A6-596F5E85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4A5CA-3EB8-D698-52BC-854BB6F6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38271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1069-7A50-D948-39D3-8AD4D852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74FAE-B388-382C-CE7E-E04B56DEF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1C24E-3B7E-E931-B6F3-4D02B1EC8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318BE-2214-EF8D-A34D-2EB0B5DC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36F3D-C0D4-DDFF-FAA0-C709BB9F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64631-0673-982B-F5E7-249BC349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5371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F181-5A85-9BF2-CBD7-51DBC8C44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C21F06-0EEC-52D8-ACB4-25864F826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57324-7714-A718-A542-7D31B8341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F8E0B-53B4-EBE4-711B-87983020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9D8D-F030-C64E-8C19-8DE7B2C8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B7F0B-3181-78D7-E296-22C3151FD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13140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5E66-2508-54DD-87D8-14FCB580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74B2F-868D-23B3-0EE2-7B398897B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0C6BF-8469-FBA3-80DB-A1AF9F6B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E88CE-87E2-BD11-D16E-7D397DAB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8A245-5CD8-C1C0-209D-F6BA68D3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35588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F86D7C-7FB7-31AD-8653-D609A5EF5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F189F-7BBA-E0E9-391A-7B2AA43BB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2B0-EC8B-74B4-1C0C-75D8B6D3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8AA3E-0AD9-9E39-393F-14FD9B7F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E2B7B-A3EB-C8FB-3D57-B11F610B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40356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EA584-5077-A474-48BE-9E735F22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2E54-FD73-3841-0C19-E3F5D8F75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79BA0-7F1B-6D6C-262D-DCBB94036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999A4-4CEC-3D45-8B2B-0A22BBBBDA59}" type="datetimeFigureOut">
              <a:rPr lang="en-NO" smtClean="0"/>
              <a:t>20/07/2026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D2CDA-E87A-EAA3-E056-C96924CC6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6FC8A-2CD6-63A0-2930-FC8A9916D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C8ECA-9B20-9941-9CD3-2738BD68F4E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65278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203185E5-9660-AE2F-3CC8-EDE9FC78E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4456" y="2279822"/>
            <a:ext cx="914400" cy="914400"/>
          </a:xfrm>
          <a:prstGeom prst="rect">
            <a:avLst/>
          </a:prstGeom>
        </p:spPr>
      </p:pic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FFDD4FB6-A153-4223-1B67-254D6BB0F1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5266" y="2261288"/>
            <a:ext cx="914400" cy="914400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C9A8D318-7205-CBD1-8CD3-E97BBE3BF6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9302" y="2267466"/>
            <a:ext cx="914400" cy="91440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F001A2F0-7363-E382-231D-C1BC4B202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6887" y="2273644"/>
            <a:ext cx="914400" cy="91440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605A4A41-9EAF-9711-0A6A-5F3C4AC7A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8887" y="2279822"/>
            <a:ext cx="914400" cy="91440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F987E02E-DD49-B944-8DEA-FE075B174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7937" y="2279822"/>
            <a:ext cx="914400" cy="914400"/>
          </a:xfrm>
          <a:prstGeom prst="rect">
            <a:avLst/>
          </a:prstGeom>
        </p:spPr>
      </p:pic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CA4DAECD-C232-1A37-DA8C-740FA4177A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9937" y="2279822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6ECC5510-2613-5E58-3091-C951365770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0962" y="2279822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AB4997A4-C7DC-F5A2-6AC0-FBAC6B1D2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1341" y="2279822"/>
            <a:ext cx="914400" cy="914400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A02839D3-2EAF-05FF-6377-CE9A3C12B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92962" y="2279822"/>
            <a:ext cx="914400" cy="914400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878F565D-94CA-E70B-E40B-FBA002960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9169" y="4038600"/>
            <a:ext cx="914400" cy="914400"/>
          </a:xfrm>
          <a:prstGeom prst="rect">
            <a:avLst/>
          </a:prstGeom>
        </p:spPr>
      </p:pic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1489F509-D4FF-E484-2524-3E35059AB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9979" y="4020066"/>
            <a:ext cx="914400" cy="914400"/>
          </a:xfrm>
          <a:prstGeom prst="rect">
            <a:avLst/>
          </a:prstGeom>
        </p:spPr>
      </p:pic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9783A4FF-553A-58EB-7E00-428C296C0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4015" y="4026244"/>
            <a:ext cx="914400" cy="914400"/>
          </a:xfrm>
          <a:prstGeom prst="rect">
            <a:avLst/>
          </a:prstGeom>
        </p:spPr>
      </p:pic>
      <p:pic>
        <p:nvPicPr>
          <p:cNvPr id="18" name="Graphic 17" descr="User with solid fill">
            <a:extLst>
              <a:ext uri="{FF2B5EF4-FFF2-40B4-BE49-F238E27FC236}">
                <a16:creationId xmlns:a16="http://schemas.microsoft.com/office/drawing/2014/main" id="{5EAFEC01-BFF9-6012-0ABA-29CF19336A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1600" y="4032422"/>
            <a:ext cx="914400" cy="914400"/>
          </a:xfrm>
          <a:prstGeom prst="rect">
            <a:avLst/>
          </a:prstGeom>
        </p:spPr>
      </p:pic>
      <p:pic>
        <p:nvPicPr>
          <p:cNvPr id="19" name="Graphic 18" descr="User with solid fill">
            <a:extLst>
              <a:ext uri="{FF2B5EF4-FFF2-40B4-BE49-F238E27FC236}">
                <a16:creationId xmlns:a16="http://schemas.microsoft.com/office/drawing/2014/main" id="{69E879BA-4082-B114-9699-250258FBC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038600"/>
            <a:ext cx="914400" cy="914400"/>
          </a:xfrm>
          <a:prstGeom prst="rect">
            <a:avLst/>
          </a:prstGeom>
        </p:spPr>
      </p:pic>
      <p:pic>
        <p:nvPicPr>
          <p:cNvPr id="20" name="Graphic 19" descr="User with solid fill">
            <a:extLst>
              <a:ext uri="{FF2B5EF4-FFF2-40B4-BE49-F238E27FC236}">
                <a16:creationId xmlns:a16="http://schemas.microsoft.com/office/drawing/2014/main" id="{D8870C54-11F8-9990-CE1C-9851F4A9DE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2650" y="4038600"/>
            <a:ext cx="914400" cy="914400"/>
          </a:xfrm>
          <a:prstGeom prst="rect">
            <a:avLst/>
          </a:prstGeom>
        </p:spPr>
      </p:pic>
      <p:pic>
        <p:nvPicPr>
          <p:cNvPr id="21" name="Graphic 20" descr="User with solid fill">
            <a:extLst>
              <a:ext uri="{FF2B5EF4-FFF2-40B4-BE49-F238E27FC236}">
                <a16:creationId xmlns:a16="http://schemas.microsoft.com/office/drawing/2014/main" id="{F98E544A-618E-248F-D4A1-433A525A24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4650" y="4038600"/>
            <a:ext cx="914400" cy="914400"/>
          </a:xfrm>
          <a:prstGeom prst="rect">
            <a:avLst/>
          </a:prstGeom>
        </p:spPr>
      </p:pic>
      <p:pic>
        <p:nvPicPr>
          <p:cNvPr id="22" name="Graphic 21" descr="User with solid fill">
            <a:extLst>
              <a:ext uri="{FF2B5EF4-FFF2-40B4-BE49-F238E27FC236}">
                <a16:creationId xmlns:a16="http://schemas.microsoft.com/office/drawing/2014/main" id="{08C72B4D-2965-567E-E5F9-BF17B869F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55675" y="4038600"/>
            <a:ext cx="914400" cy="914400"/>
          </a:xfrm>
          <a:prstGeom prst="rect">
            <a:avLst/>
          </a:prstGeom>
        </p:spPr>
      </p:pic>
      <p:pic>
        <p:nvPicPr>
          <p:cNvPr id="23" name="Graphic 22" descr="User with solid fill">
            <a:extLst>
              <a:ext uri="{FF2B5EF4-FFF2-40B4-BE49-F238E27FC236}">
                <a16:creationId xmlns:a16="http://schemas.microsoft.com/office/drawing/2014/main" id="{CA60A73E-A7CE-8039-AAE3-C27978CC0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3700" y="4044778"/>
            <a:ext cx="914400" cy="902044"/>
          </a:xfrm>
          <a:prstGeom prst="rect">
            <a:avLst/>
          </a:prstGeom>
        </p:spPr>
      </p:pic>
      <p:pic>
        <p:nvPicPr>
          <p:cNvPr id="24" name="Graphic 23" descr="User with solid fill">
            <a:extLst>
              <a:ext uri="{FF2B5EF4-FFF2-40B4-BE49-F238E27FC236}">
                <a16:creationId xmlns:a16="http://schemas.microsoft.com/office/drawing/2014/main" id="{39C28083-E49A-21B5-48D6-69C3122F4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17675" y="4038600"/>
            <a:ext cx="914400" cy="914400"/>
          </a:xfrm>
          <a:prstGeom prst="rect">
            <a:avLst/>
          </a:prstGeom>
        </p:spPr>
      </p:pic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41C45715-087C-029B-F9D0-66EAACBD36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61271" y="5309288"/>
            <a:ext cx="914400" cy="914400"/>
          </a:xfrm>
          <a:prstGeom prst="rect">
            <a:avLst/>
          </a:prstGeom>
        </p:spPr>
      </p:pic>
      <p:pic>
        <p:nvPicPr>
          <p:cNvPr id="26" name="Graphic 25" descr="User with solid fill">
            <a:extLst>
              <a:ext uri="{FF2B5EF4-FFF2-40B4-BE49-F238E27FC236}">
                <a16:creationId xmlns:a16="http://schemas.microsoft.com/office/drawing/2014/main" id="{BC9D7255-E64E-B3A2-EF99-78CD99F46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2081" y="5290754"/>
            <a:ext cx="914400" cy="914400"/>
          </a:xfrm>
          <a:prstGeom prst="rect">
            <a:avLst/>
          </a:prstGeom>
        </p:spPr>
      </p:pic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C8366D81-A7ED-3391-820D-8B3E0EA23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6117" y="5296932"/>
            <a:ext cx="914400" cy="914400"/>
          </a:xfrm>
          <a:prstGeom prst="rect">
            <a:avLst/>
          </a:prstGeom>
        </p:spPr>
      </p:pic>
      <p:pic>
        <p:nvPicPr>
          <p:cNvPr id="28" name="Graphic 27" descr="User with solid fill">
            <a:extLst>
              <a:ext uri="{FF2B5EF4-FFF2-40B4-BE49-F238E27FC236}">
                <a16:creationId xmlns:a16="http://schemas.microsoft.com/office/drawing/2014/main" id="{16360390-8E86-B0C0-0269-CE0202BFF0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3702" y="5303110"/>
            <a:ext cx="914400" cy="914400"/>
          </a:xfrm>
          <a:prstGeom prst="rect">
            <a:avLst/>
          </a:prstGeom>
        </p:spPr>
      </p:pic>
      <p:pic>
        <p:nvPicPr>
          <p:cNvPr id="29" name="Graphic 28" descr="User with solid fill">
            <a:extLst>
              <a:ext uri="{FF2B5EF4-FFF2-40B4-BE49-F238E27FC236}">
                <a16:creationId xmlns:a16="http://schemas.microsoft.com/office/drawing/2014/main" id="{77C2D6EC-5232-7A6A-5D1E-79E9DB912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5702" y="5309288"/>
            <a:ext cx="914400" cy="914400"/>
          </a:xfrm>
          <a:prstGeom prst="rect">
            <a:avLst/>
          </a:prstGeom>
        </p:spPr>
      </p:pic>
      <p:pic>
        <p:nvPicPr>
          <p:cNvPr id="30" name="Graphic 29" descr="User with solid fill">
            <a:extLst>
              <a:ext uri="{FF2B5EF4-FFF2-40B4-BE49-F238E27FC236}">
                <a16:creationId xmlns:a16="http://schemas.microsoft.com/office/drawing/2014/main" id="{21D809D2-990F-53E5-4882-9C468DCCA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4752" y="5309288"/>
            <a:ext cx="914400" cy="914400"/>
          </a:xfrm>
          <a:prstGeom prst="rect">
            <a:avLst/>
          </a:prstGeom>
        </p:spPr>
      </p:pic>
      <p:pic>
        <p:nvPicPr>
          <p:cNvPr id="31" name="Graphic 30" descr="User with solid fill">
            <a:extLst>
              <a:ext uri="{FF2B5EF4-FFF2-40B4-BE49-F238E27FC236}">
                <a16:creationId xmlns:a16="http://schemas.microsoft.com/office/drawing/2014/main" id="{7BE80119-ECFB-FFA7-1349-DE9637CF1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6752" y="5309288"/>
            <a:ext cx="914400" cy="914400"/>
          </a:xfrm>
          <a:prstGeom prst="rect">
            <a:avLst/>
          </a:prstGeom>
        </p:spPr>
      </p:pic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0AEB1796-4C10-0DB4-0220-751D1F00D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7777" y="5309288"/>
            <a:ext cx="914400" cy="914400"/>
          </a:xfrm>
          <a:prstGeom prst="rect">
            <a:avLst/>
          </a:prstGeom>
        </p:spPr>
      </p:pic>
      <p:pic>
        <p:nvPicPr>
          <p:cNvPr id="33" name="Graphic 32" descr="User with solid fill">
            <a:extLst>
              <a:ext uri="{FF2B5EF4-FFF2-40B4-BE49-F238E27FC236}">
                <a16:creationId xmlns:a16="http://schemas.microsoft.com/office/drawing/2014/main" id="{F7932C2E-2D0D-BD50-25F8-3F6733C690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2" y="5315466"/>
            <a:ext cx="914400" cy="902044"/>
          </a:xfrm>
          <a:prstGeom prst="rect">
            <a:avLst/>
          </a:prstGeom>
        </p:spPr>
      </p:pic>
      <p:pic>
        <p:nvPicPr>
          <p:cNvPr id="34" name="Graphic 33" descr="User with solid fill">
            <a:extLst>
              <a:ext uri="{FF2B5EF4-FFF2-40B4-BE49-F238E27FC236}">
                <a16:creationId xmlns:a16="http://schemas.microsoft.com/office/drawing/2014/main" id="{C52C3D84-3428-FF51-1701-7B2F70CEA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9777" y="53092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0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Connor O’Leary</dc:creator>
  <cp:lastModifiedBy>Ethan Connor O’Leary</cp:lastModifiedBy>
  <cp:revision>1</cp:revision>
  <dcterms:created xsi:type="dcterms:W3CDTF">2026-07-20T09:56:35Z</dcterms:created>
  <dcterms:modified xsi:type="dcterms:W3CDTF">2026-07-20T13:36:49Z</dcterms:modified>
</cp:coreProperties>
</file>